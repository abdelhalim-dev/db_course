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7" r:id="rId2"/>
    <p:sldId id="266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  <p:sldId id="256" r:id="rId12"/>
    <p:sldId id="269" r:id="rId13"/>
  </p:sldIdLst>
  <p:sldSz cx="22860000" cy="13716000"/>
  <p:notesSz cx="6858000" cy="9144000"/>
  <p:defaultTextStyle>
    <a:defPPr>
      <a:defRPr lang="en-US"/>
    </a:defPPr>
    <a:lvl1pPr marL="0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1pPr>
    <a:lvl2pPr marL="546720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2pPr>
    <a:lvl3pPr marL="1093440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3pPr>
    <a:lvl4pPr marL="1640159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4pPr>
    <a:lvl5pPr marL="2186879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5pPr>
    <a:lvl6pPr marL="2733599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6pPr>
    <a:lvl7pPr marL="3280319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7pPr>
    <a:lvl8pPr marL="3827038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8pPr>
    <a:lvl9pPr marL="4373758" algn="l" defTabSz="1093440" rtl="0" eaLnBrk="1" latinLnBrk="0" hangingPunct="1">
      <a:defRPr sz="21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38A71-513F-4656-BD0B-5A6876400D86}" v="35" dt="2026-09-20T00:38:24.151"/>
    <p1510:client id="{DDFF8576-1C7C-493F-BA36-4F8EDED1953A}" v="3" dt="2026-09-20T01:26:2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a maaytouch" userId="643416c9ae40f873" providerId="LiveId" clId="{66B02E90-928A-412C-A283-F9351938B5FE}"/>
    <pc:docChg chg="undo custSel addSld delSld modSld sldOrd">
      <pc:chgData name="reda maaytouch" userId="643416c9ae40f873" providerId="LiveId" clId="{66B02E90-928A-412C-A283-F9351938B5FE}" dt="2026-09-20T01:26:30.844" v="520" actId="22"/>
      <pc:docMkLst>
        <pc:docMk/>
      </pc:docMkLst>
      <pc:sldChg chg="addSp delSp modSp mod ord">
        <pc:chgData name="reda maaytouch" userId="643416c9ae40f873" providerId="LiveId" clId="{66B02E90-928A-412C-A283-F9351938B5FE}" dt="2026-09-20T00:37:31.185" v="447" actId="20577"/>
        <pc:sldMkLst>
          <pc:docMk/>
          <pc:sldMk cId="2066015366" sldId="256"/>
        </pc:sldMkLst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2" creationId="{63B1D76A-E6C1-4620-8BFA-1B3D7870BFA0}"/>
          </ac:spMkLst>
        </pc:spChg>
        <pc:spChg chg="mod">
          <ac:chgData name="reda maaytouch" userId="643416c9ae40f873" providerId="LiveId" clId="{66B02E90-928A-412C-A283-F9351938B5FE}" dt="2026-09-20T00:01:34.691" v="54" actId="1036"/>
          <ac:spMkLst>
            <pc:docMk/>
            <pc:sldMk cId="2066015366" sldId="256"/>
            <ac:spMk id="24" creationId="{187EDF1E-DA0D-47EF-8819-202A51B0A47D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26" creationId="{4C8A4AE6-4FD5-44F8-AC4F-4623C8A559D0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35" creationId="{0A601D26-4554-4F79-B9A1-3FF58EC022E3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62" creationId="{02EFF6F1-96F5-4130-A1CC-0C649C1572BB}"/>
          </ac:spMkLst>
        </pc:spChg>
        <pc:spChg chg="mod">
          <ac:chgData name="reda maaytouch" userId="643416c9ae40f873" providerId="LiveId" clId="{66B02E90-928A-412C-A283-F9351938B5FE}" dt="2026-09-19T23:57:41.072" v="24" actId="404"/>
          <ac:spMkLst>
            <pc:docMk/>
            <pc:sldMk cId="2066015366" sldId="256"/>
            <ac:spMk id="79" creationId="{E540CCC9-5F06-4917-9FC1-DE9696B67726}"/>
          </ac:spMkLst>
        </pc:spChg>
        <pc:spChg chg="mod">
          <ac:chgData name="reda maaytouch" userId="643416c9ae40f873" providerId="LiveId" clId="{66B02E90-928A-412C-A283-F9351938B5FE}" dt="2026-09-19T23:58:02.105" v="26" actId="404"/>
          <ac:spMkLst>
            <pc:docMk/>
            <pc:sldMk cId="2066015366" sldId="256"/>
            <ac:spMk id="92" creationId="{4CF1FE46-C2B2-4A5F-B562-17A65FCE9084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100" creationId="{316B46CA-B962-47A6-830F-55FC611C5BBB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105" creationId="{D657F533-B5E9-4F5A-AD81-43CE8D08C83A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126" creationId="{8F2F260B-40E5-4847-A666-5787405D8F06}"/>
          </ac:spMkLst>
        </pc:spChg>
        <pc:spChg chg="mod">
          <ac:chgData name="reda maaytouch" userId="643416c9ae40f873" providerId="LiveId" clId="{66B02E90-928A-412C-A283-F9351938B5FE}" dt="2026-09-19T23:58:24.226" v="28" actId="1036"/>
          <ac:spMkLst>
            <pc:docMk/>
            <pc:sldMk cId="2066015366" sldId="256"/>
            <ac:spMk id="128" creationId="{B59888F6-73C5-4FD3-AB4E-1256D3A90796}"/>
          </ac:spMkLst>
        </pc:spChg>
        <pc:spChg chg="mod">
          <ac:chgData name="reda maaytouch" userId="643416c9ae40f873" providerId="LiveId" clId="{66B02E90-928A-412C-A283-F9351938B5FE}" dt="2026-09-19T23:58:49.143" v="33" actId="1036"/>
          <ac:spMkLst>
            <pc:docMk/>
            <pc:sldMk cId="2066015366" sldId="256"/>
            <ac:spMk id="143" creationId="{C50A8BA5-C656-4FE6-B872-0B8CF18053A0}"/>
          </ac:spMkLst>
        </pc:spChg>
        <pc:spChg chg="mod">
          <ac:chgData name="reda maaytouch" userId="643416c9ae40f873" providerId="LiveId" clId="{66B02E90-928A-412C-A283-F9351938B5FE}" dt="2026-09-19T23:58:35.820" v="31" actId="403"/>
          <ac:spMkLst>
            <pc:docMk/>
            <pc:sldMk cId="2066015366" sldId="256"/>
            <ac:spMk id="149" creationId="{349D65AA-9191-4F0F-9237-EC94D641120B}"/>
          </ac:spMkLst>
        </pc:spChg>
        <pc:spChg chg="mod">
          <ac:chgData name="reda maaytouch" userId="643416c9ae40f873" providerId="LiveId" clId="{66B02E90-928A-412C-A283-F9351938B5FE}" dt="2026-09-19T23:58:10.219" v="27" actId="1036"/>
          <ac:spMkLst>
            <pc:docMk/>
            <pc:sldMk cId="2066015366" sldId="256"/>
            <ac:spMk id="151" creationId="{9F542926-6A99-4E8F-92FD-C20311E1D389}"/>
          </ac:spMkLst>
        </pc:spChg>
        <pc:spChg chg="mod">
          <ac:chgData name="reda maaytouch" userId="643416c9ae40f873" providerId="LiveId" clId="{66B02E90-928A-412C-A283-F9351938B5FE}" dt="2026-09-20T00:09:52.499" v="75" actId="115"/>
          <ac:spMkLst>
            <pc:docMk/>
            <pc:sldMk cId="2066015366" sldId="256"/>
            <ac:spMk id="167" creationId="{3805D933-D8AB-4AFC-A00B-3D8F823E200C}"/>
          </ac:spMkLst>
        </pc:spChg>
        <pc:spChg chg="mod">
          <ac:chgData name="reda maaytouch" userId="643416c9ae40f873" providerId="LiveId" clId="{66B02E90-928A-412C-A283-F9351938B5FE}" dt="2026-09-20T00:00:00.090" v="43" actId="115"/>
          <ac:spMkLst>
            <pc:docMk/>
            <pc:sldMk cId="2066015366" sldId="256"/>
            <ac:spMk id="175" creationId="{47DAE48A-BE9A-4B33-BD9B-3413E4D7B36A}"/>
          </ac:spMkLst>
        </pc:spChg>
        <pc:spChg chg="mod">
          <ac:chgData name="reda maaytouch" userId="643416c9ae40f873" providerId="LiveId" clId="{66B02E90-928A-412C-A283-F9351938B5FE}" dt="2026-09-19T23:59:54.032" v="42" actId="115"/>
          <ac:spMkLst>
            <pc:docMk/>
            <pc:sldMk cId="2066015366" sldId="256"/>
            <ac:spMk id="176" creationId="{B715D8BF-9C47-429B-B7BA-7DB5B21DE7AD}"/>
          </ac:spMkLst>
        </pc:spChg>
        <pc:spChg chg="mod">
          <ac:chgData name="reda maaytouch" userId="643416c9ae40f873" providerId="LiveId" clId="{66B02E90-928A-412C-A283-F9351938B5FE}" dt="2026-09-20T00:00:10.096" v="44" actId="115"/>
          <ac:spMkLst>
            <pc:docMk/>
            <pc:sldMk cId="2066015366" sldId="256"/>
            <ac:spMk id="178" creationId="{0CB12C8D-65CB-4F9F-B422-CD40065D4319}"/>
          </ac:spMkLst>
        </pc:spChg>
        <pc:spChg chg="mod">
          <ac:chgData name="reda maaytouch" userId="643416c9ae40f873" providerId="LiveId" clId="{66B02E90-928A-412C-A283-F9351938B5FE}" dt="2026-09-20T00:00:14.370" v="45" actId="115"/>
          <ac:spMkLst>
            <pc:docMk/>
            <pc:sldMk cId="2066015366" sldId="256"/>
            <ac:spMk id="179" creationId="{9DD11DB9-576A-4E5F-9B6A-2435C1A30D48}"/>
          </ac:spMkLst>
        </pc:spChg>
        <pc:spChg chg="mod">
          <ac:chgData name="reda maaytouch" userId="643416c9ae40f873" providerId="LiveId" clId="{66B02E90-928A-412C-A283-F9351938B5FE}" dt="2026-09-19T23:59:18.490" v="35" actId="115"/>
          <ac:spMkLst>
            <pc:docMk/>
            <pc:sldMk cId="2066015366" sldId="256"/>
            <ac:spMk id="180" creationId="{0DF29DC9-5D06-42F0-B3B4-09FC5B2E4192}"/>
          </ac:spMkLst>
        </pc:spChg>
        <pc:spChg chg="mod">
          <ac:chgData name="reda maaytouch" userId="643416c9ae40f873" providerId="LiveId" clId="{66B02E90-928A-412C-A283-F9351938B5FE}" dt="2026-09-19T23:59:41.110" v="40" actId="115"/>
          <ac:spMkLst>
            <pc:docMk/>
            <pc:sldMk cId="2066015366" sldId="256"/>
            <ac:spMk id="181" creationId="{5185AE89-F0B7-467D-BD0D-055DE766282F}"/>
          </ac:spMkLst>
        </pc:spChg>
        <pc:spChg chg="mod">
          <ac:chgData name="reda maaytouch" userId="643416c9ae40f873" providerId="LiveId" clId="{66B02E90-928A-412C-A283-F9351938B5FE}" dt="2026-09-19T23:59:46.639" v="41" actId="115"/>
          <ac:spMkLst>
            <pc:docMk/>
            <pc:sldMk cId="2066015366" sldId="256"/>
            <ac:spMk id="182" creationId="{4D27C7DB-D966-45C6-AF72-09BE149BEB9C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186" creationId="{C9726397-7AD7-4628-A432-CB8BAC5C045D}"/>
          </ac:spMkLst>
        </pc:spChg>
        <pc:spChg chg="mod">
          <ac:chgData name="reda maaytouch" userId="643416c9ae40f873" providerId="LiveId" clId="{66B02E90-928A-412C-A283-F9351938B5FE}" dt="2026-09-20T00:00:49.228" v="47" actId="115"/>
          <ac:spMkLst>
            <pc:docMk/>
            <pc:sldMk cId="2066015366" sldId="256"/>
            <ac:spMk id="189" creationId="{A7B74F70-F542-4610-89AF-77D8AEE54172}"/>
          </ac:spMkLst>
        </pc:spChg>
        <pc:spChg chg="mod">
          <ac:chgData name="reda maaytouch" userId="643416c9ae40f873" providerId="LiveId" clId="{66B02E90-928A-412C-A283-F9351938B5FE}" dt="2026-09-19T23:54:55.934" v="9"/>
          <ac:spMkLst>
            <pc:docMk/>
            <pc:sldMk cId="2066015366" sldId="256"/>
            <ac:spMk id="193" creationId="{F7CA0F8E-11FA-4EED-A51C-A6BF3A4D329A}"/>
          </ac:spMkLst>
        </pc:spChg>
        <pc:spChg chg="mod">
          <ac:chgData name="reda maaytouch" userId="643416c9ae40f873" providerId="LiveId" clId="{66B02E90-928A-412C-A283-F9351938B5FE}" dt="2026-09-20T00:00:31.316" v="46" actId="115"/>
          <ac:spMkLst>
            <pc:docMk/>
            <pc:sldMk cId="2066015366" sldId="256"/>
            <ac:spMk id="195" creationId="{E6222BB7-9DD0-43BD-9676-B8F69D8F36CD}"/>
          </ac:spMkLst>
        </pc:spChg>
        <pc:spChg chg="add del mod">
          <ac:chgData name="reda maaytouch" userId="643416c9ae40f873" providerId="LiveId" clId="{66B02E90-928A-412C-A283-F9351938B5FE}" dt="2026-09-19T23:50:47.280" v="2"/>
          <ac:spMkLst>
            <pc:docMk/>
            <pc:sldMk cId="2066015366" sldId="256"/>
            <ac:spMk id="199" creationId="{359B9973-1CE3-6236-8E81-7320F5294929}"/>
          </ac:spMkLst>
        </pc:spChg>
        <pc:spChg chg="add del mod">
          <ac:chgData name="reda maaytouch" userId="643416c9ae40f873" providerId="LiveId" clId="{66B02E90-928A-412C-A283-F9351938B5FE}" dt="2026-09-19T23:54:57.911" v="11"/>
          <ac:spMkLst>
            <pc:docMk/>
            <pc:sldMk cId="2066015366" sldId="256"/>
            <ac:spMk id="200" creationId="{FB47CD2A-DF82-849A-E5A9-0A30783AB61C}"/>
          </ac:spMkLst>
        </pc:spChg>
        <pc:spChg chg="add del">
          <ac:chgData name="reda maaytouch" userId="643416c9ae40f873" providerId="LiveId" clId="{66B02E90-928A-412C-A283-F9351938B5FE}" dt="2026-09-20T00:05:54.045" v="57" actId="22"/>
          <ac:spMkLst>
            <pc:docMk/>
            <pc:sldMk cId="2066015366" sldId="256"/>
            <ac:spMk id="202" creationId="{DE95FB35-A045-C6AC-B065-24DF920538B7}"/>
          </ac:spMkLst>
        </pc:spChg>
        <pc:spChg chg="add mod">
          <ac:chgData name="reda maaytouch" userId="643416c9ae40f873" providerId="LiveId" clId="{66B02E90-928A-412C-A283-F9351938B5FE}" dt="2026-09-20T00:37:31.185" v="447" actId="20577"/>
          <ac:spMkLst>
            <pc:docMk/>
            <pc:sldMk cId="2066015366" sldId="256"/>
            <ac:spMk id="203" creationId="{41778F03-EEE1-530A-4647-09F0431F6D6B}"/>
          </ac:spMkLst>
        </pc:spChg>
      </pc:sldChg>
      <pc:sldChg chg="addSp delSp modSp add mod ord setBg">
        <pc:chgData name="reda maaytouch" userId="643416c9ae40f873" providerId="LiveId" clId="{66B02E90-928A-412C-A283-F9351938B5FE}" dt="2026-09-20T00:37:27.325" v="444" actId="20577"/>
        <pc:sldMkLst>
          <pc:docMk/>
          <pc:sldMk cId="1667137547" sldId="257"/>
        </pc:sldMkLst>
        <pc:spChg chg="del">
          <ac:chgData name="reda maaytouch" userId="643416c9ae40f873" providerId="LiveId" clId="{66B02E90-928A-412C-A283-F9351938B5FE}" dt="2026-09-20T00:07:37.283" v="67" actId="478"/>
          <ac:spMkLst>
            <pc:docMk/>
            <pc:sldMk cId="1667137547" sldId="257"/>
            <ac:spMk id="41" creationId="{329AAE0B-FA87-D7B0-02DC-1DB5BD4D8B0F}"/>
          </ac:spMkLst>
        </pc:spChg>
        <pc:spChg chg="del">
          <ac:chgData name="reda maaytouch" userId="643416c9ae40f873" providerId="LiveId" clId="{66B02E90-928A-412C-A283-F9351938B5FE}" dt="2026-09-20T00:07:00.202" v="60" actId="478"/>
          <ac:spMkLst>
            <pc:docMk/>
            <pc:sldMk cId="1667137547" sldId="257"/>
            <ac:spMk id="42" creationId="{5E33384D-C12C-082A-1E06-53519C726A9F}"/>
          </ac:spMkLst>
        </pc:spChg>
        <pc:spChg chg="del">
          <ac:chgData name="reda maaytouch" userId="643416c9ae40f873" providerId="LiveId" clId="{66B02E90-928A-412C-A283-F9351938B5FE}" dt="2026-09-20T00:07:07.105" v="61" actId="478"/>
          <ac:spMkLst>
            <pc:docMk/>
            <pc:sldMk cId="1667137547" sldId="257"/>
            <ac:spMk id="111" creationId="{20CF9F3C-3E84-3D9E-419F-902A082B53D2}"/>
          </ac:spMkLst>
        </pc:spChg>
        <pc:spChg chg="del">
          <ac:chgData name="reda maaytouch" userId="643416c9ae40f873" providerId="LiveId" clId="{66B02E90-928A-412C-A283-F9351938B5FE}" dt="2026-09-20T00:07:15.139" v="62" actId="478"/>
          <ac:spMkLst>
            <pc:docMk/>
            <pc:sldMk cId="1667137547" sldId="257"/>
            <ac:spMk id="141" creationId="{E0C480C1-8E98-2533-B085-DF593068CA58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57" creationId="{06E36231-2209-8F12-B908-6071DBBBE3B1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58" creationId="{AB10EA89-4797-462A-521D-39E0DBBDB277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59" creationId="{687E82F5-2EAB-35B7-37AD-D139DF8D87FA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61" creationId="{4BA3EDC6-31E5-327E-08FB-3DD0FB8DAC34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63" creationId="{09F60145-F9DF-E6C0-2526-AD5EA3951DC0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64" creationId="{6CF5A5F8-DA09-D311-902A-9EA7DEC3952F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65" creationId="{5F0D1C6A-CC13-E220-BE67-7C814CAE1066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66" creationId="{448F7AC0-5F16-A448-89B9-E9890D05183F}"/>
          </ac:spMkLst>
        </pc:spChg>
        <pc:spChg chg="del mod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67" creationId="{B6CE1CC9-1317-7F1C-5FFB-9E4E9D0B0B2E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68" creationId="{E3E72ACE-D1F2-FE31-7B38-4D8D9A4E7535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69" creationId="{439C8CCF-E00F-7414-BAC4-96DC647B8864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70" creationId="{D0AD0D8A-DDAC-3749-E3B8-EDBCC527143B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72" creationId="{0C881630-75A4-ED78-6F0D-1B1BB3698461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75" creationId="{581F9675-B8DF-AF46-581A-E4D0B08A5B7B}"/>
          </ac:spMkLst>
        </pc:spChg>
        <pc:spChg chg="del">
          <ac:chgData name="reda maaytouch" userId="643416c9ae40f873" providerId="LiveId" clId="{66B02E90-928A-412C-A283-F9351938B5FE}" dt="2026-09-20T00:07:49.984" v="70" actId="478"/>
          <ac:spMkLst>
            <pc:docMk/>
            <pc:sldMk cId="1667137547" sldId="257"/>
            <ac:spMk id="177" creationId="{BBDC4D30-C1FF-4DE4-BF5A-E3FD0C82798F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78" creationId="{1970D3D5-2B09-47E4-1580-66F9F0BCE6D3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80" creationId="{E53741C9-C950-E638-4EF9-75C423A3F167}"/>
          </ac:spMkLst>
        </pc:spChg>
        <pc:spChg chg="del">
          <ac:chgData name="reda maaytouch" userId="643416c9ae40f873" providerId="LiveId" clId="{66B02E90-928A-412C-A283-F9351938B5FE}" dt="2026-09-20T00:07:47.313" v="69" actId="478"/>
          <ac:spMkLst>
            <pc:docMk/>
            <pc:sldMk cId="1667137547" sldId="257"/>
            <ac:spMk id="181" creationId="{3083FEF6-1C26-477A-8B1D-893E31BBCA5F}"/>
          </ac:spMkLst>
        </pc:spChg>
        <pc:spChg chg="del">
          <ac:chgData name="reda maaytouch" userId="643416c9ae40f873" providerId="LiveId" clId="{66B02E90-928A-412C-A283-F9351938B5FE}" dt="2026-09-20T00:07:25.750" v="66" actId="478"/>
          <ac:spMkLst>
            <pc:docMk/>
            <pc:sldMk cId="1667137547" sldId="257"/>
            <ac:spMk id="183" creationId="{451AEC5B-C3DE-6111-9220-C38A6D0EB332}"/>
          </ac:spMkLst>
        </pc:spChg>
        <pc:spChg chg="del">
          <ac:chgData name="reda maaytouch" userId="643416c9ae40f873" providerId="LiveId" clId="{66B02E90-928A-412C-A283-F9351938B5FE}" dt="2026-09-20T00:08:00.356" v="72" actId="478"/>
          <ac:spMkLst>
            <pc:docMk/>
            <pc:sldMk cId="1667137547" sldId="257"/>
            <ac:spMk id="184" creationId="{6E0F7980-8F01-5F70-0EEC-24EAB5AB592C}"/>
          </ac:spMkLst>
        </pc:spChg>
        <pc:spChg chg="del">
          <ac:chgData name="reda maaytouch" userId="643416c9ae40f873" providerId="LiveId" clId="{66B02E90-928A-412C-A283-F9351938B5FE}" dt="2026-09-20T00:07:18.893" v="63" actId="478"/>
          <ac:spMkLst>
            <pc:docMk/>
            <pc:sldMk cId="1667137547" sldId="257"/>
            <ac:spMk id="185" creationId="{3201CA66-4820-F1EB-F930-9AD5D49E5409}"/>
          </ac:spMkLst>
        </pc:spChg>
        <pc:spChg chg="del">
          <ac:chgData name="reda maaytouch" userId="643416c9ae40f873" providerId="LiveId" clId="{66B02E90-928A-412C-A283-F9351938B5FE}" dt="2026-09-20T00:07:23.205" v="65" actId="478"/>
          <ac:spMkLst>
            <pc:docMk/>
            <pc:sldMk cId="1667137547" sldId="257"/>
            <ac:spMk id="186" creationId="{EA858677-FD28-0254-9A7F-7579E36FC0B5}"/>
          </ac:spMkLst>
        </pc:spChg>
        <pc:spChg chg="del">
          <ac:chgData name="reda maaytouch" userId="643416c9ae40f873" providerId="LiveId" clId="{66B02E90-928A-412C-A283-F9351938B5FE}" dt="2026-09-20T00:07:20.870" v="64" actId="478"/>
          <ac:spMkLst>
            <pc:docMk/>
            <pc:sldMk cId="1667137547" sldId="257"/>
            <ac:spMk id="187" creationId="{C9AFE281-0CF9-6D8A-F092-C7D98256516D}"/>
          </ac:spMkLst>
        </pc:spChg>
        <pc:spChg chg="del">
          <ac:chgData name="reda maaytouch" userId="643416c9ae40f873" providerId="LiveId" clId="{66B02E90-928A-412C-A283-F9351938B5FE}" dt="2026-09-20T00:07:23.205" v="65" actId="478"/>
          <ac:spMkLst>
            <pc:docMk/>
            <pc:sldMk cId="1667137547" sldId="257"/>
            <ac:spMk id="188" creationId="{C456B878-4CE4-2AE8-877F-D11837B1682A}"/>
          </ac:spMkLst>
        </pc:spChg>
        <pc:spChg chg="del">
          <ac:chgData name="reda maaytouch" userId="643416c9ae40f873" providerId="LiveId" clId="{66B02E90-928A-412C-A283-F9351938B5FE}" dt="2026-09-20T00:07:23.205" v="65" actId="478"/>
          <ac:spMkLst>
            <pc:docMk/>
            <pc:sldMk cId="1667137547" sldId="257"/>
            <ac:spMk id="189" creationId="{1C83F81F-9DF4-1EA9-DA25-0A7E14373378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91" creationId="{BAA70CB0-FB9E-37BF-E4B1-9309A0368C57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94" creationId="{5B8A04E8-8827-3709-0CDD-43510EF61AEB}"/>
          </ac:spMkLst>
        </pc:spChg>
        <pc:spChg chg="del">
          <ac:chgData name="reda maaytouch" userId="643416c9ae40f873" providerId="LiveId" clId="{66B02E90-928A-412C-A283-F9351938B5FE}" dt="2026-09-20T00:07:52.772" v="71" actId="478"/>
          <ac:spMkLst>
            <pc:docMk/>
            <pc:sldMk cId="1667137547" sldId="257"/>
            <ac:spMk id="195" creationId="{D8F407AF-6CBA-F673-0339-02CC30B922F0}"/>
          </ac:spMkLst>
        </pc:spChg>
        <pc:spChg chg="del">
          <ac:chgData name="reda maaytouch" userId="643416c9ae40f873" providerId="LiveId" clId="{66B02E90-928A-412C-A283-F9351938B5FE}" dt="2026-09-20T00:07:43.283" v="68" actId="478"/>
          <ac:spMkLst>
            <pc:docMk/>
            <pc:sldMk cId="1667137547" sldId="257"/>
            <ac:spMk id="198" creationId="{D21E260C-B5C4-953C-A0BF-D7BECE05F970}"/>
          </ac:spMkLst>
        </pc:spChg>
        <pc:spChg chg="add mod">
          <ac:chgData name="reda maaytouch" userId="643416c9ae40f873" providerId="LiveId" clId="{66B02E90-928A-412C-A283-F9351938B5FE}" dt="2026-09-20T00:37:27.325" v="444" actId="20577"/>
          <ac:spMkLst>
            <pc:docMk/>
            <pc:sldMk cId="1667137547" sldId="257"/>
            <ac:spMk id="200" creationId="{D1804EBA-68D2-BCD2-801A-95D4AC6FD5CC}"/>
          </ac:spMkLst>
        </pc:spChg>
      </pc:sldChg>
      <pc:sldChg chg="addSp delSp modSp add mod ord">
        <pc:chgData name="reda maaytouch" userId="643416c9ae40f873" providerId="LiveId" clId="{66B02E90-928A-412C-A283-F9351938B5FE}" dt="2026-09-20T00:37:22.786" v="442" actId="20577"/>
        <pc:sldMkLst>
          <pc:docMk/>
          <pc:sldMk cId="131334451" sldId="258"/>
        </pc:sldMkLst>
        <pc:spChg chg="add mod">
          <ac:chgData name="reda maaytouch" userId="643416c9ae40f873" providerId="LiveId" clId="{66B02E90-928A-412C-A283-F9351938B5FE}" dt="2026-09-20T00:37:22.786" v="442" actId="20577"/>
          <ac:spMkLst>
            <pc:docMk/>
            <pc:sldMk cId="131334451" sldId="258"/>
            <ac:spMk id="42" creationId="{00FCE461-E8DE-83D6-0695-6B28320F55B4}"/>
          </ac:spMkLst>
        </pc:spChg>
        <pc:spChg chg="del">
          <ac:chgData name="reda maaytouch" userId="643416c9ae40f873" providerId="LiveId" clId="{66B02E90-928A-412C-A283-F9351938B5FE}" dt="2026-09-20T00:11:13.145" v="77" actId="478"/>
          <ac:spMkLst>
            <pc:docMk/>
            <pc:sldMk cId="131334451" sldId="258"/>
            <ac:spMk id="86" creationId="{51432B25-DC7C-7FBD-988B-E76B8EAAAA80}"/>
          </ac:spMkLst>
        </pc:spChg>
        <pc:spChg chg="del">
          <ac:chgData name="reda maaytouch" userId="643416c9ae40f873" providerId="LiveId" clId="{66B02E90-928A-412C-A283-F9351938B5FE}" dt="2026-09-20T00:11:18.919" v="78" actId="478"/>
          <ac:spMkLst>
            <pc:docMk/>
            <pc:sldMk cId="131334451" sldId="258"/>
            <ac:spMk id="150" creationId="{71A69A29-00E6-C85F-0E65-32194DECC9E6}"/>
          </ac:spMkLst>
        </pc:spChg>
        <pc:spChg chg="del">
          <ac:chgData name="reda maaytouch" userId="643416c9ae40f873" providerId="LiveId" clId="{66B02E90-928A-412C-A283-F9351938B5FE}" dt="2026-09-20T00:11:18.919" v="78" actId="478"/>
          <ac:spMkLst>
            <pc:docMk/>
            <pc:sldMk cId="131334451" sldId="258"/>
            <ac:spMk id="151" creationId="{E257EAE6-9CEE-D9D6-A6DD-4B9E52649BA7}"/>
          </ac:spMkLst>
        </pc:spChg>
        <pc:spChg chg="del">
          <ac:chgData name="reda maaytouch" userId="643416c9ae40f873" providerId="LiveId" clId="{66B02E90-928A-412C-A283-F9351938B5FE}" dt="2026-09-20T00:11:18.919" v="78" actId="478"/>
          <ac:spMkLst>
            <pc:docMk/>
            <pc:sldMk cId="131334451" sldId="258"/>
            <ac:spMk id="152" creationId="{E79E03D2-A6D7-A81D-2925-999ACECE527C}"/>
          </ac:spMkLst>
        </pc:spChg>
        <pc:spChg chg="del">
          <ac:chgData name="reda maaytouch" userId="643416c9ae40f873" providerId="LiveId" clId="{66B02E90-928A-412C-A283-F9351938B5FE}" dt="2026-09-20T00:11:18.919" v="78" actId="478"/>
          <ac:spMkLst>
            <pc:docMk/>
            <pc:sldMk cId="131334451" sldId="258"/>
            <ac:spMk id="153" creationId="{C2F6FD4A-397F-35D9-2707-28148B1E159E}"/>
          </ac:spMkLst>
        </pc:spChg>
        <pc:spChg chg="del">
          <ac:chgData name="reda maaytouch" userId="643416c9ae40f873" providerId="LiveId" clId="{66B02E90-928A-412C-A283-F9351938B5FE}" dt="2026-09-20T00:11:18.919" v="78" actId="478"/>
          <ac:spMkLst>
            <pc:docMk/>
            <pc:sldMk cId="131334451" sldId="258"/>
            <ac:spMk id="154" creationId="{D22CAE31-0EE3-7A55-B8F1-4CB319E54984}"/>
          </ac:spMkLst>
        </pc:spChg>
        <pc:spChg chg="del">
          <ac:chgData name="reda maaytouch" userId="643416c9ae40f873" providerId="LiveId" clId="{66B02E90-928A-412C-A283-F9351938B5FE}" dt="2026-09-20T00:11:22.274" v="79" actId="478"/>
          <ac:spMkLst>
            <pc:docMk/>
            <pc:sldMk cId="131334451" sldId="258"/>
            <ac:spMk id="155" creationId="{D7F936C2-686E-58E4-B9A0-E565E48DA5C5}"/>
          </ac:spMkLst>
        </pc:spChg>
        <pc:spChg chg="del">
          <ac:chgData name="reda maaytouch" userId="643416c9ae40f873" providerId="LiveId" clId="{66B02E90-928A-412C-A283-F9351938B5FE}" dt="2026-09-20T00:11:18.919" v="78" actId="478"/>
          <ac:spMkLst>
            <pc:docMk/>
            <pc:sldMk cId="131334451" sldId="258"/>
            <ac:spMk id="156" creationId="{088EA877-0812-CFD6-E1A6-E5886DB65660}"/>
          </ac:spMkLst>
        </pc:spChg>
      </pc:sldChg>
      <pc:sldChg chg="add del setBg">
        <pc:chgData name="reda maaytouch" userId="643416c9ae40f873" providerId="LiveId" clId="{66B02E90-928A-412C-A283-F9351938B5FE}" dt="2026-09-20T00:09:35.179" v="74" actId="47"/>
        <pc:sldMkLst>
          <pc:docMk/>
          <pc:sldMk cId="2101093601" sldId="258"/>
        </pc:sldMkLst>
      </pc:sldChg>
      <pc:sldChg chg="addSp delSp modSp add del mod">
        <pc:chgData name="reda maaytouch" userId="643416c9ae40f873" providerId="LiveId" clId="{66B02E90-928A-412C-A283-F9351938B5FE}" dt="2026-09-20T00:12:22.413" v="91"/>
        <pc:sldMkLst>
          <pc:docMk/>
          <pc:sldMk cId="282094969" sldId="259"/>
        </pc:sldMkLst>
        <pc:spChg chg="add del">
          <ac:chgData name="reda maaytouch" userId="643416c9ae40f873" providerId="LiveId" clId="{66B02E90-928A-412C-A283-F9351938B5FE}" dt="2026-09-20T00:12:18.619" v="87" actId="478"/>
          <ac:spMkLst>
            <pc:docMk/>
            <pc:sldMk cId="282094969" sldId="259"/>
            <ac:spMk id="130" creationId="{79D251D8-34FE-1699-0B6D-476E4CC30004}"/>
          </ac:spMkLst>
        </pc:spChg>
        <pc:spChg chg="add del">
          <ac:chgData name="reda maaytouch" userId="643416c9ae40f873" providerId="LiveId" clId="{66B02E90-928A-412C-A283-F9351938B5FE}" dt="2026-09-20T00:12:21.580" v="90" actId="478"/>
          <ac:spMkLst>
            <pc:docMk/>
            <pc:sldMk cId="282094969" sldId="259"/>
            <ac:spMk id="132" creationId="{A9B03276-3268-4016-9597-098B86881686}"/>
          </ac:spMkLst>
        </pc:spChg>
        <pc:spChg chg="add del">
          <ac:chgData name="reda maaytouch" userId="643416c9ae40f873" providerId="LiveId" clId="{66B02E90-928A-412C-A283-F9351938B5FE}" dt="2026-09-20T00:12:20.340" v="89" actId="478"/>
          <ac:spMkLst>
            <pc:docMk/>
            <pc:sldMk cId="282094969" sldId="259"/>
            <ac:spMk id="133" creationId="{4C6C328F-FBD8-0A25-C51C-A0DA2972314C}"/>
          </ac:spMkLst>
        </pc:spChg>
        <pc:spChg chg="add del mod">
          <ac:chgData name="reda maaytouch" userId="643416c9ae40f873" providerId="LiveId" clId="{66B02E90-928A-412C-A283-F9351938B5FE}" dt="2026-09-20T00:12:19.524" v="88" actId="20577"/>
          <ac:spMkLst>
            <pc:docMk/>
            <pc:sldMk cId="282094969" sldId="259"/>
            <ac:spMk id="134" creationId="{BD0EDE6E-FD7D-E9FB-5E2D-585FD3626F3B}"/>
          </ac:spMkLst>
        </pc:spChg>
      </pc:sldChg>
      <pc:sldChg chg="addSp delSp modSp add mod ord">
        <pc:chgData name="reda maaytouch" userId="643416c9ae40f873" providerId="LiveId" clId="{66B02E90-928A-412C-A283-F9351938B5FE}" dt="2026-09-20T00:37:18.772" v="440" actId="20577"/>
        <pc:sldMkLst>
          <pc:docMk/>
          <pc:sldMk cId="2578990353" sldId="259"/>
        </pc:sldMkLst>
        <pc:spChg chg="add mod">
          <ac:chgData name="reda maaytouch" userId="643416c9ae40f873" providerId="LiveId" clId="{66B02E90-928A-412C-A283-F9351938B5FE}" dt="2026-09-20T00:37:18.772" v="440" actId="20577"/>
          <ac:spMkLst>
            <pc:docMk/>
            <pc:sldMk cId="2578990353" sldId="259"/>
            <ac:spMk id="42" creationId="{A8F36D9F-347D-945F-5A53-CA644AA9EEF3}"/>
          </ac:spMkLst>
        </pc:spChg>
        <pc:spChg chg="del">
          <ac:chgData name="reda maaytouch" userId="643416c9ae40f873" providerId="LiveId" clId="{66B02E90-928A-412C-A283-F9351938B5FE}" dt="2026-09-20T00:14:01.888" v="94" actId="478"/>
          <ac:spMkLst>
            <pc:docMk/>
            <pc:sldMk cId="2578990353" sldId="259"/>
            <ac:spMk id="127" creationId="{F5FE378B-ED43-67ED-6555-71C2322C5FE2}"/>
          </ac:spMkLst>
        </pc:spChg>
        <pc:spChg chg="del">
          <ac:chgData name="reda maaytouch" userId="643416c9ae40f873" providerId="LiveId" clId="{66B02E90-928A-412C-A283-F9351938B5FE}" dt="2026-09-20T00:14:01.888" v="94" actId="478"/>
          <ac:spMkLst>
            <pc:docMk/>
            <pc:sldMk cId="2578990353" sldId="259"/>
            <ac:spMk id="128" creationId="{24DA6A1F-7911-6F49-1E38-2B6EC02C3F52}"/>
          </ac:spMkLst>
        </pc:spChg>
        <pc:spChg chg="del">
          <ac:chgData name="reda maaytouch" userId="643416c9ae40f873" providerId="LiveId" clId="{66B02E90-928A-412C-A283-F9351938B5FE}" dt="2026-09-20T00:14:01.888" v="94" actId="478"/>
          <ac:spMkLst>
            <pc:docMk/>
            <pc:sldMk cId="2578990353" sldId="259"/>
            <ac:spMk id="129" creationId="{40807BFB-0547-E901-AA43-84D382D2DD1A}"/>
          </ac:spMkLst>
        </pc:spChg>
        <pc:spChg chg="del">
          <ac:chgData name="reda maaytouch" userId="643416c9ae40f873" providerId="LiveId" clId="{66B02E90-928A-412C-A283-F9351938B5FE}" dt="2026-09-20T00:14:01.888" v="94" actId="478"/>
          <ac:spMkLst>
            <pc:docMk/>
            <pc:sldMk cId="2578990353" sldId="259"/>
            <ac:spMk id="130" creationId="{146989EE-DCD7-B3CA-2B2B-8A8DE2B552F8}"/>
          </ac:spMkLst>
        </pc:spChg>
        <pc:spChg chg="del">
          <ac:chgData name="reda maaytouch" userId="643416c9ae40f873" providerId="LiveId" clId="{66B02E90-928A-412C-A283-F9351938B5FE}" dt="2026-09-20T00:14:01.888" v="94" actId="478"/>
          <ac:spMkLst>
            <pc:docMk/>
            <pc:sldMk cId="2578990353" sldId="259"/>
            <ac:spMk id="131" creationId="{63E00A59-A7C7-FD83-04EB-FFDD2990EC16}"/>
          </ac:spMkLst>
        </pc:spChg>
        <pc:spChg chg="del">
          <ac:chgData name="reda maaytouch" userId="643416c9ae40f873" providerId="LiveId" clId="{66B02E90-928A-412C-A283-F9351938B5FE}" dt="2026-09-20T00:13:49.562" v="93" actId="478"/>
          <ac:spMkLst>
            <pc:docMk/>
            <pc:sldMk cId="2578990353" sldId="259"/>
            <ac:spMk id="132" creationId="{7599806E-7BBB-3EEC-7F35-3A6C6413325F}"/>
          </ac:spMkLst>
        </pc:spChg>
        <pc:spChg chg="add del">
          <ac:chgData name="reda maaytouch" userId="643416c9ae40f873" providerId="LiveId" clId="{66B02E90-928A-412C-A283-F9351938B5FE}" dt="2026-09-20T00:14:26.479" v="101" actId="478"/>
          <ac:spMkLst>
            <pc:docMk/>
            <pc:sldMk cId="2578990353" sldId="259"/>
            <ac:spMk id="133" creationId="{42CA2533-D874-9AC6-2F19-1FFB11ECE534}"/>
          </ac:spMkLst>
        </pc:spChg>
        <pc:spChg chg="del">
          <ac:chgData name="reda maaytouch" userId="643416c9ae40f873" providerId="LiveId" clId="{66B02E90-928A-412C-A283-F9351938B5FE}" dt="2026-09-20T00:14:01.888" v="94" actId="478"/>
          <ac:spMkLst>
            <pc:docMk/>
            <pc:sldMk cId="2578990353" sldId="259"/>
            <ac:spMk id="134" creationId="{17F42270-8EC3-A121-46C2-8E2C0629A4F8}"/>
          </ac:spMkLst>
        </pc:spChg>
        <pc:spChg chg="add del">
          <ac:chgData name="reda maaytouch" userId="643416c9ae40f873" providerId="LiveId" clId="{66B02E90-928A-412C-A283-F9351938B5FE}" dt="2026-09-20T00:14:35.772" v="103" actId="478"/>
          <ac:spMkLst>
            <pc:docMk/>
            <pc:sldMk cId="2578990353" sldId="259"/>
            <ac:spMk id="145" creationId="{70C7D57F-E420-CDAE-2933-05065C71FE62}"/>
          </ac:spMkLst>
        </pc:spChg>
        <pc:spChg chg="add del">
          <ac:chgData name="reda maaytouch" userId="643416c9ae40f873" providerId="LiveId" clId="{66B02E90-928A-412C-A283-F9351938B5FE}" dt="2026-09-20T00:14:27.876" v="102" actId="478"/>
          <ac:spMkLst>
            <pc:docMk/>
            <pc:sldMk cId="2578990353" sldId="259"/>
            <ac:spMk id="146" creationId="{EED988F8-76F3-3ADB-40DF-26A97ECBF30D}"/>
          </ac:spMkLst>
        </pc:spChg>
        <pc:spChg chg="add del">
          <ac:chgData name="reda maaytouch" userId="643416c9ae40f873" providerId="LiveId" clId="{66B02E90-928A-412C-A283-F9351938B5FE}" dt="2026-09-20T00:14:38.471" v="104" actId="478"/>
          <ac:spMkLst>
            <pc:docMk/>
            <pc:sldMk cId="2578990353" sldId="259"/>
            <ac:spMk id="147" creationId="{91D210DD-0822-31BD-7199-484C6CDBE1EC}"/>
          </ac:spMkLst>
        </pc:spChg>
        <pc:spChg chg="del">
          <ac:chgData name="reda maaytouch" userId="643416c9ae40f873" providerId="LiveId" clId="{66B02E90-928A-412C-A283-F9351938B5FE}" dt="2026-09-20T00:14:38.471" v="104" actId="478"/>
          <ac:spMkLst>
            <pc:docMk/>
            <pc:sldMk cId="2578990353" sldId="259"/>
            <ac:spMk id="148" creationId="{0235FD83-8744-B7E3-B6D5-9EEC55EADC62}"/>
          </ac:spMkLst>
        </pc:spChg>
        <pc:spChg chg="del">
          <ac:chgData name="reda maaytouch" userId="643416c9ae40f873" providerId="LiveId" clId="{66B02E90-928A-412C-A283-F9351938B5FE}" dt="2026-09-20T00:14:44.401" v="105" actId="478"/>
          <ac:spMkLst>
            <pc:docMk/>
            <pc:sldMk cId="2578990353" sldId="259"/>
            <ac:spMk id="149" creationId="{66F92384-AD9B-8F27-56AE-BF3FF3CC895D}"/>
          </ac:spMkLst>
        </pc:spChg>
      </pc:sldChg>
      <pc:sldChg chg="addSp delSp modSp add mod ord">
        <pc:chgData name="reda maaytouch" userId="643416c9ae40f873" providerId="LiveId" clId="{66B02E90-928A-412C-A283-F9351938B5FE}" dt="2026-09-20T00:36:45.544" v="432" actId="20577"/>
        <pc:sldMkLst>
          <pc:docMk/>
          <pc:sldMk cId="1526437960" sldId="260"/>
        </pc:sldMkLst>
        <pc:spChg chg="del">
          <ac:chgData name="reda maaytouch" userId="643416c9ae40f873" providerId="LiveId" clId="{66B02E90-928A-412C-A283-F9351938B5FE}" dt="2026-09-20T00:17:25.730" v="108" actId="478"/>
          <ac:spMkLst>
            <pc:docMk/>
            <pc:sldMk cId="1526437960" sldId="260"/>
            <ac:spMk id="6" creationId="{7359204E-C26C-B208-1C62-8A257EC6A1B5}"/>
          </ac:spMkLst>
        </pc:spChg>
        <pc:spChg chg="del">
          <ac:chgData name="reda maaytouch" userId="643416c9ae40f873" providerId="LiveId" clId="{66B02E90-928A-412C-A283-F9351938B5FE}" dt="2026-09-20T00:17:29.406" v="109" actId="478"/>
          <ac:spMkLst>
            <pc:docMk/>
            <pc:sldMk cId="1526437960" sldId="260"/>
            <ac:spMk id="8" creationId="{E8C65CD0-74F6-5D27-384E-D95BA7E1CCEB}"/>
          </ac:spMkLst>
        </pc:spChg>
        <pc:spChg chg="add mod">
          <ac:chgData name="reda maaytouch" userId="643416c9ae40f873" providerId="LiveId" clId="{66B02E90-928A-412C-A283-F9351938B5FE}" dt="2026-09-20T00:36:45.544" v="432" actId="20577"/>
          <ac:spMkLst>
            <pc:docMk/>
            <pc:sldMk cId="1526437960" sldId="260"/>
            <ac:spMk id="42" creationId="{F58CB4B6-A052-B98C-0ABD-EAB6C6A527DB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07" creationId="{8F54FA7D-C8EE-05C7-2EBA-5E6D0580F6BB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08" creationId="{F8A8055A-B4AC-12FF-C193-F546EC129EAE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09" creationId="{C5229DC8-D165-1E34-2626-3A74810E7B21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12" creationId="{B8C6D36E-086E-924F-4E58-7C3C12B39CF1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13" creationId="{74ED951A-7713-3959-FEFC-2550EA9A53C7}"/>
          </ac:spMkLst>
        </pc:spChg>
        <pc:spChg chg="del">
          <ac:chgData name="reda maaytouch" userId="643416c9ae40f873" providerId="LiveId" clId="{66B02E90-928A-412C-A283-F9351938B5FE}" dt="2026-09-20T00:17:16.961" v="107" actId="478"/>
          <ac:spMkLst>
            <pc:docMk/>
            <pc:sldMk cId="1526437960" sldId="260"/>
            <ac:spMk id="114" creationId="{4AB2D82D-36D1-B6C6-FEA6-4FD7BFAF45BC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15" creationId="{C550E14A-5846-85FA-03DD-6EF2ADB58CA6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17" creationId="{BC614C29-EF54-4496-01F6-61EFAC50654D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19" creationId="{774710C5-944F-FC6A-13B1-8A8F051CCEA6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20" creationId="{F2AF69B2-5B85-11B1-3BFB-15C9C4F64495}"/>
          </ac:spMkLst>
        </pc:spChg>
        <pc:spChg chg="del">
          <ac:chgData name="reda maaytouch" userId="643416c9ae40f873" providerId="LiveId" clId="{66B02E90-928A-412C-A283-F9351938B5FE}" dt="2026-09-20T00:17:47.074" v="113" actId="478"/>
          <ac:spMkLst>
            <pc:docMk/>
            <pc:sldMk cId="1526437960" sldId="260"/>
            <ac:spMk id="121" creationId="{2DF06F5D-4ED2-9567-A113-6BF2438BE9E4}"/>
          </ac:spMkLst>
        </pc:spChg>
        <pc:spChg chg="del">
          <ac:chgData name="reda maaytouch" userId="643416c9ae40f873" providerId="LiveId" clId="{66B02E90-928A-412C-A283-F9351938B5FE}" dt="2026-09-20T00:17:37.795" v="110" actId="478"/>
          <ac:spMkLst>
            <pc:docMk/>
            <pc:sldMk cId="1526437960" sldId="260"/>
            <ac:spMk id="122" creationId="{8170C750-BCA2-F0BA-EC9B-95A2149AD1FC}"/>
          </ac:spMkLst>
        </pc:spChg>
        <pc:spChg chg="del">
          <ac:chgData name="reda maaytouch" userId="643416c9ae40f873" providerId="LiveId" clId="{66B02E90-928A-412C-A283-F9351938B5FE}" dt="2026-09-20T00:17:40.695" v="111" actId="478"/>
          <ac:spMkLst>
            <pc:docMk/>
            <pc:sldMk cId="1526437960" sldId="260"/>
            <ac:spMk id="123" creationId="{9539934C-852B-7081-52ED-45A6CFA5C1B5}"/>
          </ac:spMkLst>
        </pc:spChg>
        <pc:spChg chg="del">
          <ac:chgData name="reda maaytouch" userId="643416c9ae40f873" providerId="LiveId" clId="{66B02E90-928A-412C-A283-F9351938B5FE}" dt="2026-09-20T00:17:44.848" v="112" actId="478"/>
          <ac:spMkLst>
            <pc:docMk/>
            <pc:sldMk cId="1526437960" sldId="260"/>
            <ac:spMk id="124" creationId="{A11B1C4A-E682-5FF7-96CF-27185D39994B}"/>
          </ac:spMkLst>
        </pc:spChg>
        <pc:spChg chg="del">
          <ac:chgData name="reda maaytouch" userId="643416c9ae40f873" providerId="LiveId" clId="{66B02E90-928A-412C-A283-F9351938B5FE}" dt="2026-09-20T00:17:52.991" v="114" actId="478"/>
          <ac:spMkLst>
            <pc:docMk/>
            <pc:sldMk cId="1526437960" sldId="260"/>
            <ac:spMk id="125" creationId="{31279FB9-E0F7-B08B-04EA-974532256E5C}"/>
          </ac:spMkLst>
        </pc:spChg>
        <pc:spChg chg="del">
          <ac:chgData name="reda maaytouch" userId="643416c9ae40f873" providerId="LiveId" clId="{66B02E90-928A-412C-A283-F9351938B5FE}" dt="2026-09-20T00:20:07.354" v="133" actId="478"/>
          <ac:spMkLst>
            <pc:docMk/>
            <pc:sldMk cId="1526437960" sldId="260"/>
            <ac:spMk id="127" creationId="{A3F50293-73CF-807D-9818-384CB3E27D4C}"/>
          </ac:spMkLst>
        </pc:spChg>
        <pc:spChg chg="del">
          <ac:chgData name="reda maaytouch" userId="643416c9ae40f873" providerId="LiveId" clId="{66B02E90-928A-412C-A283-F9351938B5FE}" dt="2026-09-20T00:20:05.809" v="132" actId="478"/>
          <ac:spMkLst>
            <pc:docMk/>
            <pc:sldMk cId="1526437960" sldId="260"/>
            <ac:spMk id="128" creationId="{C94D1281-5801-2110-1888-05D269F447A6}"/>
          </ac:spMkLst>
        </pc:spChg>
        <pc:spChg chg="del">
          <ac:chgData name="reda maaytouch" userId="643416c9ae40f873" providerId="LiveId" clId="{66B02E90-928A-412C-A283-F9351938B5FE}" dt="2026-09-20T00:20:09.949" v="134" actId="478"/>
          <ac:spMkLst>
            <pc:docMk/>
            <pc:sldMk cId="1526437960" sldId="260"/>
            <ac:spMk id="129" creationId="{3AB55344-67D5-C3D3-0503-5DE7D3EBD8C2}"/>
          </ac:spMkLst>
        </pc:spChg>
        <pc:spChg chg="del">
          <ac:chgData name="reda maaytouch" userId="643416c9ae40f873" providerId="LiveId" clId="{66B02E90-928A-412C-A283-F9351938B5FE}" dt="2026-09-20T00:19:57.715" v="129" actId="478"/>
          <ac:spMkLst>
            <pc:docMk/>
            <pc:sldMk cId="1526437960" sldId="260"/>
            <ac:spMk id="130" creationId="{F655472B-D19C-33D2-1522-8593AE0A0952}"/>
          </ac:spMkLst>
        </pc:spChg>
        <pc:spChg chg="del">
          <ac:chgData name="reda maaytouch" userId="643416c9ae40f873" providerId="LiveId" clId="{66B02E90-928A-412C-A283-F9351938B5FE}" dt="2026-09-20T00:20:02.949" v="131" actId="478"/>
          <ac:spMkLst>
            <pc:docMk/>
            <pc:sldMk cId="1526437960" sldId="260"/>
            <ac:spMk id="131" creationId="{46DAC8E5-D2B4-3A0E-94B9-81234E053B99}"/>
          </ac:spMkLst>
        </pc:spChg>
        <pc:spChg chg="del">
          <ac:chgData name="reda maaytouch" userId="643416c9ae40f873" providerId="LiveId" clId="{66B02E90-928A-412C-A283-F9351938B5FE}" dt="2026-09-20T00:19:54.390" v="127" actId="478"/>
          <ac:spMkLst>
            <pc:docMk/>
            <pc:sldMk cId="1526437960" sldId="260"/>
            <ac:spMk id="132" creationId="{A15ECFFE-43CA-3F86-1AB1-7A35AD60B1AC}"/>
          </ac:spMkLst>
        </pc:spChg>
        <pc:spChg chg="del">
          <ac:chgData name="reda maaytouch" userId="643416c9ae40f873" providerId="LiveId" clId="{66B02E90-928A-412C-A283-F9351938B5FE}" dt="2026-09-20T00:19:55.987" v="128" actId="478"/>
          <ac:spMkLst>
            <pc:docMk/>
            <pc:sldMk cId="1526437960" sldId="260"/>
            <ac:spMk id="133" creationId="{447D6918-9F9F-ADEB-931A-6931E453F05C}"/>
          </ac:spMkLst>
        </pc:spChg>
        <pc:spChg chg="del">
          <ac:chgData name="reda maaytouch" userId="643416c9ae40f873" providerId="LiveId" clId="{66B02E90-928A-412C-A283-F9351938B5FE}" dt="2026-09-20T00:20:01.563" v="130" actId="478"/>
          <ac:spMkLst>
            <pc:docMk/>
            <pc:sldMk cId="1526437960" sldId="260"/>
            <ac:spMk id="134" creationId="{94E06C0E-918E-3A9A-D2BD-21D5B108EE08}"/>
          </ac:spMkLst>
        </pc:spChg>
        <pc:spChg chg="del">
          <ac:chgData name="reda maaytouch" userId="643416c9ae40f873" providerId="LiveId" clId="{66B02E90-928A-412C-A283-F9351938B5FE}" dt="2026-09-20T00:20:21.073" v="139" actId="478"/>
          <ac:spMkLst>
            <pc:docMk/>
            <pc:sldMk cId="1526437960" sldId="260"/>
            <ac:spMk id="145" creationId="{2295BBA9-EEAD-80D6-08C1-BB4811B3349D}"/>
          </ac:spMkLst>
        </pc:spChg>
        <pc:spChg chg="del">
          <ac:chgData name="reda maaytouch" userId="643416c9ae40f873" providerId="LiveId" clId="{66B02E90-928A-412C-A283-F9351938B5FE}" dt="2026-09-20T00:20:11.592" v="135" actId="478"/>
          <ac:spMkLst>
            <pc:docMk/>
            <pc:sldMk cId="1526437960" sldId="260"/>
            <ac:spMk id="146" creationId="{280694ED-530E-9713-CCC9-8F1061DA49F2}"/>
          </ac:spMkLst>
        </pc:spChg>
        <pc:spChg chg="del">
          <ac:chgData name="reda maaytouch" userId="643416c9ae40f873" providerId="LiveId" clId="{66B02E90-928A-412C-A283-F9351938B5FE}" dt="2026-09-20T00:20:19.202" v="138" actId="478"/>
          <ac:spMkLst>
            <pc:docMk/>
            <pc:sldMk cId="1526437960" sldId="260"/>
            <ac:spMk id="147" creationId="{DBCBD4B7-FF54-F346-9A0E-7FDFB9C65552}"/>
          </ac:spMkLst>
        </pc:spChg>
        <pc:spChg chg="del">
          <ac:chgData name="reda maaytouch" userId="643416c9ae40f873" providerId="LiveId" clId="{66B02E90-928A-412C-A283-F9351938B5FE}" dt="2026-09-20T00:20:14.867" v="136" actId="478"/>
          <ac:spMkLst>
            <pc:docMk/>
            <pc:sldMk cId="1526437960" sldId="260"/>
            <ac:spMk id="148" creationId="{7FDC7554-5A1A-DD2A-048F-1B8FCD64100B}"/>
          </ac:spMkLst>
        </pc:spChg>
        <pc:spChg chg="del">
          <ac:chgData name="reda maaytouch" userId="643416c9ae40f873" providerId="LiveId" clId="{66B02E90-928A-412C-A283-F9351938B5FE}" dt="2026-09-20T00:20:17.337" v="137" actId="478"/>
          <ac:spMkLst>
            <pc:docMk/>
            <pc:sldMk cId="1526437960" sldId="260"/>
            <ac:spMk id="149" creationId="{28DB296F-E81F-1862-5342-EF6E066FD86B}"/>
          </ac:spMkLst>
        </pc:spChg>
      </pc:sldChg>
      <pc:sldChg chg="delSp add del mod">
        <pc:chgData name="reda maaytouch" userId="643416c9ae40f873" providerId="LiveId" clId="{66B02E90-928A-412C-A283-F9351938B5FE}" dt="2026-09-20T00:20:35.091" v="140" actId="47"/>
        <pc:sldMkLst>
          <pc:docMk/>
          <pc:sldMk cId="1462964793" sldId="261"/>
        </pc:sldMkLst>
        <pc:spChg chg="del">
          <ac:chgData name="reda maaytouch" userId="643416c9ae40f873" providerId="LiveId" clId="{66B02E90-928A-412C-A283-F9351938B5FE}" dt="2026-09-20T00:18:49.751" v="116" actId="478"/>
          <ac:spMkLst>
            <pc:docMk/>
            <pc:sldMk cId="1462964793" sldId="261"/>
            <ac:spMk id="5" creationId="{B6C54DA1-8CBC-D3FD-D428-F34410F16093}"/>
          </ac:spMkLst>
        </pc:spChg>
        <pc:spChg chg="del">
          <ac:chgData name="reda maaytouch" userId="643416c9ae40f873" providerId="LiveId" clId="{66B02E90-928A-412C-A283-F9351938B5FE}" dt="2026-09-20T00:19:06.463" v="122" actId="478"/>
          <ac:spMkLst>
            <pc:docMk/>
            <pc:sldMk cId="1462964793" sldId="261"/>
            <ac:spMk id="93" creationId="{3D21FAE8-1B5B-FD7D-66C1-74F5699ACC5E}"/>
          </ac:spMkLst>
        </pc:spChg>
        <pc:spChg chg="del">
          <ac:chgData name="reda maaytouch" userId="643416c9ae40f873" providerId="LiveId" clId="{66B02E90-928A-412C-A283-F9351938B5FE}" dt="2026-09-20T00:19:00.991" v="120" actId="478"/>
          <ac:spMkLst>
            <pc:docMk/>
            <pc:sldMk cId="1462964793" sldId="261"/>
            <ac:spMk id="94" creationId="{0E0E5861-1A7E-3E9B-0B62-CD61778ACF0B}"/>
          </ac:spMkLst>
        </pc:spChg>
        <pc:spChg chg="del">
          <ac:chgData name="reda maaytouch" userId="643416c9ae40f873" providerId="LiveId" clId="{66B02E90-928A-412C-A283-F9351938B5FE}" dt="2026-09-20T00:19:04.718" v="121" actId="478"/>
          <ac:spMkLst>
            <pc:docMk/>
            <pc:sldMk cId="1462964793" sldId="261"/>
            <ac:spMk id="95" creationId="{612AD95F-2FF8-6FF5-CC5A-634766C512F5}"/>
          </ac:spMkLst>
        </pc:spChg>
        <pc:spChg chg="del">
          <ac:chgData name="reda maaytouch" userId="643416c9ae40f873" providerId="LiveId" clId="{66B02E90-928A-412C-A283-F9351938B5FE}" dt="2026-09-20T00:18:59.179" v="119" actId="478"/>
          <ac:spMkLst>
            <pc:docMk/>
            <pc:sldMk cId="1462964793" sldId="261"/>
            <ac:spMk id="96" creationId="{77F6E7A1-A727-FA40-0C83-AA2B2E022A99}"/>
          </ac:spMkLst>
        </pc:spChg>
        <pc:spChg chg="del">
          <ac:chgData name="reda maaytouch" userId="643416c9ae40f873" providerId="LiveId" clId="{66B02E90-928A-412C-A283-F9351938B5FE}" dt="2026-09-20T00:18:52.311" v="117" actId="478"/>
          <ac:spMkLst>
            <pc:docMk/>
            <pc:sldMk cId="1462964793" sldId="261"/>
            <ac:spMk id="97" creationId="{8177CC35-168A-8630-84BC-B7402DA21126}"/>
          </ac:spMkLst>
        </pc:spChg>
        <pc:spChg chg="del">
          <ac:chgData name="reda maaytouch" userId="643416c9ae40f873" providerId="LiveId" clId="{66B02E90-928A-412C-A283-F9351938B5FE}" dt="2026-09-20T00:18:57.058" v="118" actId="478"/>
          <ac:spMkLst>
            <pc:docMk/>
            <pc:sldMk cId="1462964793" sldId="261"/>
            <ac:spMk id="98" creationId="{54443E2C-7548-A3C8-1F40-770E4DEE971D}"/>
          </ac:spMkLst>
        </pc:spChg>
        <pc:spChg chg="del">
          <ac:chgData name="reda maaytouch" userId="643416c9ae40f873" providerId="LiveId" clId="{66B02E90-928A-412C-A283-F9351938B5FE}" dt="2026-09-20T00:19:10.537" v="124" actId="478"/>
          <ac:spMkLst>
            <pc:docMk/>
            <pc:sldMk cId="1462964793" sldId="261"/>
            <ac:spMk id="103" creationId="{2A4B6673-08EE-F603-2515-C515AB6F8B5A}"/>
          </ac:spMkLst>
        </pc:spChg>
        <pc:spChg chg="del">
          <ac:chgData name="reda maaytouch" userId="643416c9ae40f873" providerId="LiveId" clId="{66B02E90-928A-412C-A283-F9351938B5FE}" dt="2026-09-20T00:19:15.666" v="126" actId="478"/>
          <ac:spMkLst>
            <pc:docMk/>
            <pc:sldMk cId="1462964793" sldId="261"/>
            <ac:spMk id="104" creationId="{3C50F4F8-10C1-32A7-444E-8B678F5BA7F7}"/>
          </ac:spMkLst>
        </pc:spChg>
        <pc:spChg chg="del">
          <ac:chgData name="reda maaytouch" userId="643416c9ae40f873" providerId="LiveId" clId="{66B02E90-928A-412C-A283-F9351938B5FE}" dt="2026-09-20T00:19:08.613" v="123" actId="478"/>
          <ac:spMkLst>
            <pc:docMk/>
            <pc:sldMk cId="1462964793" sldId="261"/>
            <ac:spMk id="105" creationId="{4D5821DC-DE32-547D-54DE-BFA217C89DC7}"/>
          </ac:spMkLst>
        </pc:spChg>
        <pc:spChg chg="del">
          <ac:chgData name="reda maaytouch" userId="643416c9ae40f873" providerId="LiveId" clId="{66B02E90-928A-412C-A283-F9351938B5FE}" dt="2026-09-20T00:19:13.426" v="125" actId="478"/>
          <ac:spMkLst>
            <pc:docMk/>
            <pc:sldMk cId="1462964793" sldId="261"/>
            <ac:spMk id="106" creationId="{9BF5317C-99CC-799E-3010-D9A8B4B6911D}"/>
          </ac:spMkLst>
        </pc:spChg>
      </pc:sldChg>
      <pc:sldChg chg="addSp delSp modSp add mod ord">
        <pc:chgData name="reda maaytouch" userId="643416c9ae40f873" providerId="LiveId" clId="{66B02E90-928A-412C-A283-F9351938B5FE}" dt="2026-09-20T00:36:40.436" v="430" actId="20577"/>
        <pc:sldMkLst>
          <pc:docMk/>
          <pc:sldMk cId="3424609031" sldId="261"/>
        </pc:sldMkLst>
        <pc:spChg chg="del">
          <ac:chgData name="reda maaytouch" userId="643416c9ae40f873" providerId="LiveId" clId="{66B02E90-928A-412C-A283-F9351938B5FE}" dt="2026-09-20T00:20:54.544" v="142" actId="478"/>
          <ac:spMkLst>
            <pc:docMk/>
            <pc:sldMk cId="3424609031" sldId="261"/>
            <ac:spMk id="5" creationId="{0AFCC3E0-3CB0-306D-71F9-E765BF57A1C5}"/>
          </ac:spMkLst>
        </pc:spChg>
        <pc:spChg chg="add mod">
          <ac:chgData name="reda maaytouch" userId="643416c9ae40f873" providerId="LiveId" clId="{66B02E90-928A-412C-A283-F9351938B5FE}" dt="2026-09-20T00:36:40.436" v="430" actId="20577"/>
          <ac:spMkLst>
            <pc:docMk/>
            <pc:sldMk cId="3424609031" sldId="261"/>
            <ac:spMk id="8" creationId="{73444E61-E7F3-2D6B-E571-F4BE5D9299DA}"/>
          </ac:spMkLst>
        </pc:spChg>
        <pc:spChg chg="del">
          <ac:chgData name="reda maaytouch" userId="643416c9ae40f873" providerId="LiveId" clId="{66B02E90-928A-412C-A283-F9351938B5FE}" dt="2026-09-20T00:21:15.370" v="150" actId="478"/>
          <ac:spMkLst>
            <pc:docMk/>
            <pc:sldMk cId="3424609031" sldId="261"/>
            <ac:spMk id="93" creationId="{D595CEE6-0AF5-DA6E-E6DF-47F821971729}"/>
          </ac:spMkLst>
        </pc:spChg>
        <pc:spChg chg="del">
          <ac:chgData name="reda maaytouch" userId="643416c9ae40f873" providerId="LiveId" clId="{66B02E90-928A-412C-A283-F9351938B5FE}" dt="2026-09-20T00:21:03.284" v="146" actId="478"/>
          <ac:spMkLst>
            <pc:docMk/>
            <pc:sldMk cId="3424609031" sldId="261"/>
            <ac:spMk id="94" creationId="{B98239E3-EFDB-7469-49A9-DAAB09C2FFFF}"/>
          </ac:spMkLst>
        </pc:spChg>
        <pc:spChg chg="add del">
          <ac:chgData name="reda maaytouch" userId="643416c9ae40f873" providerId="LiveId" clId="{66B02E90-928A-412C-A283-F9351938B5FE}" dt="2026-09-20T00:21:11.765" v="149" actId="478"/>
          <ac:spMkLst>
            <pc:docMk/>
            <pc:sldMk cId="3424609031" sldId="261"/>
            <ac:spMk id="95" creationId="{4E447BA7-BF3E-0D15-7DE7-E4291ADC0987}"/>
          </ac:spMkLst>
        </pc:spChg>
        <pc:spChg chg="del">
          <ac:chgData name="reda maaytouch" userId="643416c9ae40f873" providerId="LiveId" clId="{66B02E90-928A-412C-A283-F9351938B5FE}" dt="2026-09-20T00:21:01.562" v="145" actId="478"/>
          <ac:spMkLst>
            <pc:docMk/>
            <pc:sldMk cId="3424609031" sldId="261"/>
            <ac:spMk id="96" creationId="{F40787CF-7B73-52C4-8403-41C3C2B989B6}"/>
          </ac:spMkLst>
        </pc:spChg>
        <pc:spChg chg="del">
          <ac:chgData name="reda maaytouch" userId="643416c9ae40f873" providerId="LiveId" clId="{66B02E90-928A-412C-A283-F9351938B5FE}" dt="2026-09-20T00:20:57.324" v="143" actId="478"/>
          <ac:spMkLst>
            <pc:docMk/>
            <pc:sldMk cId="3424609031" sldId="261"/>
            <ac:spMk id="97" creationId="{C7AE2ADF-2653-13DF-F47E-3F9CE688F7F5}"/>
          </ac:spMkLst>
        </pc:spChg>
        <pc:spChg chg="del">
          <ac:chgData name="reda maaytouch" userId="643416c9ae40f873" providerId="LiveId" clId="{66B02E90-928A-412C-A283-F9351938B5FE}" dt="2026-09-20T00:21:00.022" v="144" actId="478"/>
          <ac:spMkLst>
            <pc:docMk/>
            <pc:sldMk cId="3424609031" sldId="261"/>
            <ac:spMk id="98" creationId="{F2B87118-F507-6200-4910-A12188DE76CC}"/>
          </ac:spMkLst>
        </pc:spChg>
        <pc:spChg chg="del">
          <ac:chgData name="reda maaytouch" userId="643416c9ae40f873" providerId="LiveId" clId="{66B02E90-928A-412C-A283-F9351938B5FE}" dt="2026-09-20T00:21:15.370" v="150" actId="478"/>
          <ac:spMkLst>
            <pc:docMk/>
            <pc:sldMk cId="3424609031" sldId="261"/>
            <ac:spMk id="103" creationId="{96E4ED7B-438D-41A1-43AA-02486D598621}"/>
          </ac:spMkLst>
        </pc:spChg>
        <pc:spChg chg="del">
          <ac:chgData name="reda maaytouch" userId="643416c9ae40f873" providerId="LiveId" clId="{66B02E90-928A-412C-A283-F9351938B5FE}" dt="2026-09-20T00:21:15.370" v="150" actId="478"/>
          <ac:spMkLst>
            <pc:docMk/>
            <pc:sldMk cId="3424609031" sldId="261"/>
            <ac:spMk id="104" creationId="{9B731B62-456E-EBEB-3B39-8AF14A01E259}"/>
          </ac:spMkLst>
        </pc:spChg>
        <pc:spChg chg="del">
          <ac:chgData name="reda maaytouch" userId="643416c9ae40f873" providerId="LiveId" clId="{66B02E90-928A-412C-A283-F9351938B5FE}" dt="2026-09-20T00:21:18.062" v="151" actId="478"/>
          <ac:spMkLst>
            <pc:docMk/>
            <pc:sldMk cId="3424609031" sldId="261"/>
            <ac:spMk id="105" creationId="{A241D965-65CB-A54B-AB11-91E2780F1BA0}"/>
          </ac:spMkLst>
        </pc:spChg>
        <pc:spChg chg="del">
          <ac:chgData name="reda maaytouch" userId="643416c9ae40f873" providerId="LiveId" clId="{66B02E90-928A-412C-A283-F9351938B5FE}" dt="2026-09-20T00:21:15.370" v="150" actId="478"/>
          <ac:spMkLst>
            <pc:docMk/>
            <pc:sldMk cId="3424609031" sldId="261"/>
            <ac:spMk id="106" creationId="{C83DA923-C0ED-FC80-F58E-8213843B2159}"/>
          </ac:spMkLst>
        </pc:spChg>
      </pc:sldChg>
      <pc:sldChg chg="addSp delSp modSp add mod ord">
        <pc:chgData name="reda maaytouch" userId="643416c9ae40f873" providerId="LiveId" clId="{66B02E90-928A-412C-A283-F9351938B5FE}" dt="2026-09-20T00:36:34.379" v="428" actId="20577"/>
        <pc:sldMkLst>
          <pc:docMk/>
          <pc:sldMk cId="1566421732" sldId="262"/>
        </pc:sldMkLst>
        <pc:spChg chg="del">
          <ac:chgData name="reda maaytouch" userId="643416c9ae40f873" providerId="LiveId" clId="{66B02E90-928A-412C-A283-F9351938B5FE}" dt="2026-09-20T00:26:04.744" v="165" actId="478"/>
          <ac:spMkLst>
            <pc:docMk/>
            <pc:sldMk cId="1566421732" sldId="262"/>
            <ac:spMk id="4" creationId="{64E8AF28-29C1-3DAE-EF1E-3E392AFF2848}"/>
          </ac:spMkLst>
        </pc:spChg>
        <pc:spChg chg="add mod">
          <ac:chgData name="reda maaytouch" userId="643416c9ae40f873" providerId="LiveId" clId="{66B02E90-928A-412C-A283-F9351938B5FE}" dt="2026-09-20T00:36:34.379" v="428" actId="20577"/>
          <ac:spMkLst>
            <pc:docMk/>
            <pc:sldMk cId="1566421732" sldId="262"/>
            <ac:spMk id="6" creationId="{1D6E54B6-7476-B772-EDE4-523FE53245E2}"/>
          </ac:spMkLst>
        </pc:spChg>
        <pc:spChg chg="del">
          <ac:chgData name="reda maaytouch" userId="643416c9ae40f873" providerId="LiveId" clId="{66B02E90-928A-412C-A283-F9351938B5FE}" dt="2026-09-20T00:22:34.826" v="162" actId="478"/>
          <ac:spMkLst>
            <pc:docMk/>
            <pc:sldMk cId="1566421732" sldId="262"/>
            <ac:spMk id="63" creationId="{90A0C44A-771B-A268-5E77-F46A55368CE5}"/>
          </ac:spMkLst>
        </pc:spChg>
        <pc:spChg chg="del">
          <ac:chgData name="reda maaytouch" userId="643416c9ae40f873" providerId="LiveId" clId="{66B02E90-928A-412C-A283-F9351938B5FE}" dt="2026-09-20T00:22:26.345" v="161" actId="478"/>
          <ac:spMkLst>
            <pc:docMk/>
            <pc:sldMk cId="1566421732" sldId="262"/>
            <ac:spMk id="64" creationId="{C287DC95-A211-74D9-75A8-0102392CDBF2}"/>
          </ac:spMkLst>
        </pc:spChg>
        <pc:spChg chg="add del">
          <ac:chgData name="reda maaytouch" userId="643416c9ae40f873" providerId="LiveId" clId="{66B02E90-928A-412C-A283-F9351938B5FE}" dt="2026-09-20T00:22:12.893" v="157" actId="478"/>
          <ac:spMkLst>
            <pc:docMk/>
            <pc:sldMk cId="1566421732" sldId="262"/>
            <ac:spMk id="87" creationId="{5727EF21-7D5F-EB2A-6F97-026AF5A7BE81}"/>
          </ac:spMkLst>
        </pc:spChg>
        <pc:spChg chg="add del">
          <ac:chgData name="reda maaytouch" userId="643416c9ae40f873" providerId="LiveId" clId="{66B02E90-928A-412C-A283-F9351938B5FE}" dt="2026-09-20T00:22:12.893" v="157" actId="478"/>
          <ac:spMkLst>
            <pc:docMk/>
            <pc:sldMk cId="1566421732" sldId="262"/>
            <ac:spMk id="88" creationId="{468381A9-686E-2AAB-8FD5-9876F520C0D8}"/>
          </ac:spMkLst>
        </pc:spChg>
        <pc:spChg chg="add del">
          <ac:chgData name="reda maaytouch" userId="643416c9ae40f873" providerId="LiveId" clId="{66B02E90-928A-412C-A283-F9351938B5FE}" dt="2026-09-20T00:22:12.893" v="157" actId="478"/>
          <ac:spMkLst>
            <pc:docMk/>
            <pc:sldMk cId="1566421732" sldId="262"/>
            <ac:spMk id="89" creationId="{013A88EC-BE0A-D10A-59C3-7E42D6D64D42}"/>
          </ac:spMkLst>
        </pc:spChg>
        <pc:spChg chg="del">
          <ac:chgData name="reda maaytouch" userId="643416c9ae40f873" providerId="LiveId" clId="{66B02E90-928A-412C-A283-F9351938B5FE}" dt="2026-09-20T00:22:19.543" v="158" actId="478"/>
          <ac:spMkLst>
            <pc:docMk/>
            <pc:sldMk cId="1566421732" sldId="262"/>
            <ac:spMk id="90" creationId="{09EC57B0-784F-01A7-F454-8F8C36E28C75}"/>
          </ac:spMkLst>
        </pc:spChg>
        <pc:spChg chg="add del">
          <ac:chgData name="reda maaytouch" userId="643416c9ae40f873" providerId="LiveId" clId="{66B02E90-928A-412C-A283-F9351938B5FE}" dt="2026-09-20T00:22:24.405" v="160" actId="478"/>
          <ac:spMkLst>
            <pc:docMk/>
            <pc:sldMk cId="1566421732" sldId="262"/>
            <ac:spMk id="91" creationId="{B40F41F0-40C8-82CA-A16C-E7F7E8638A44}"/>
          </ac:spMkLst>
        </pc:spChg>
        <pc:spChg chg="del">
          <ac:chgData name="reda maaytouch" userId="643416c9ae40f873" providerId="LiveId" clId="{66B02E90-928A-412C-A283-F9351938B5FE}" dt="2026-09-20T00:22:22.311" v="159" actId="478"/>
          <ac:spMkLst>
            <pc:docMk/>
            <pc:sldMk cId="1566421732" sldId="262"/>
            <ac:spMk id="92" creationId="{20D0D384-53D8-1DA8-72E2-D1D3962C2A4A}"/>
          </ac:spMkLst>
        </pc:spChg>
        <pc:spChg chg="del">
          <ac:chgData name="reda maaytouch" userId="643416c9ae40f873" providerId="LiveId" clId="{66B02E90-928A-412C-A283-F9351938B5FE}" dt="2026-09-20T00:25:59.965" v="163" actId="478"/>
          <ac:spMkLst>
            <pc:docMk/>
            <pc:sldMk cId="1566421732" sldId="262"/>
            <ac:spMk id="99" creationId="{DD68D45F-01A8-DFB6-1DE2-E9974B01FA41}"/>
          </ac:spMkLst>
        </pc:spChg>
        <pc:spChg chg="del">
          <ac:chgData name="reda maaytouch" userId="643416c9ae40f873" providerId="LiveId" clId="{66B02E90-928A-412C-A283-F9351938B5FE}" dt="2026-09-20T00:26:02.385" v="164" actId="478"/>
          <ac:spMkLst>
            <pc:docMk/>
            <pc:sldMk cId="1566421732" sldId="262"/>
            <ac:spMk id="100" creationId="{C4053C8F-0E9F-A827-59C0-53A48B5522B0}"/>
          </ac:spMkLst>
        </pc:spChg>
        <pc:spChg chg="del">
          <ac:chgData name="reda maaytouch" userId="643416c9ae40f873" providerId="LiveId" clId="{66B02E90-928A-412C-A283-F9351938B5FE}" dt="2026-09-20T00:26:02.385" v="164" actId="478"/>
          <ac:spMkLst>
            <pc:docMk/>
            <pc:sldMk cId="1566421732" sldId="262"/>
            <ac:spMk id="101" creationId="{B3DE3B76-61D6-E751-5CA9-D032B9455A6B}"/>
          </ac:spMkLst>
        </pc:spChg>
        <pc:spChg chg="del">
          <ac:chgData name="reda maaytouch" userId="643416c9ae40f873" providerId="LiveId" clId="{66B02E90-928A-412C-A283-F9351938B5FE}" dt="2026-09-20T00:26:02.385" v="164" actId="478"/>
          <ac:spMkLst>
            <pc:docMk/>
            <pc:sldMk cId="1566421732" sldId="262"/>
            <ac:spMk id="102" creationId="{FC94CECF-5767-84BE-934E-166F4C26DDAF}"/>
          </ac:spMkLst>
        </pc:spChg>
      </pc:sldChg>
      <pc:sldChg chg="addSp delSp modSp add mod ord">
        <pc:chgData name="reda maaytouch" userId="643416c9ae40f873" providerId="LiveId" clId="{66B02E90-928A-412C-A283-F9351938B5FE}" dt="2026-09-20T00:36:28.835" v="426" actId="20577"/>
        <pc:sldMkLst>
          <pc:docMk/>
          <pc:sldMk cId="2398872027" sldId="263"/>
        </pc:sldMkLst>
        <pc:spChg chg="add mod">
          <ac:chgData name="reda maaytouch" userId="643416c9ae40f873" providerId="LiveId" clId="{66B02E90-928A-412C-A283-F9351938B5FE}" dt="2026-09-20T00:36:28.835" v="426" actId="20577"/>
          <ac:spMkLst>
            <pc:docMk/>
            <pc:sldMk cId="2398872027" sldId="263"/>
            <ac:spMk id="5" creationId="{75042948-78EB-FF61-2FDA-9100578A8237}"/>
          </ac:spMkLst>
        </pc:spChg>
        <pc:spChg chg="del">
          <ac:chgData name="reda maaytouch" userId="643416c9ae40f873" providerId="LiveId" clId="{66B02E90-928A-412C-A283-F9351938B5FE}" dt="2026-09-20T00:26:42.151" v="167" actId="478"/>
          <ac:spMkLst>
            <pc:docMk/>
            <pc:sldMk cId="2398872027" sldId="263"/>
            <ac:spMk id="31" creationId="{795DCD3A-D6C1-D10F-E91F-6DD3C8018DBB}"/>
          </ac:spMkLst>
        </pc:spChg>
        <pc:spChg chg="del">
          <ac:chgData name="reda maaytouch" userId="643416c9ae40f873" providerId="LiveId" clId="{66B02E90-928A-412C-A283-F9351938B5FE}" dt="2026-09-20T00:26:52.690" v="169" actId="478"/>
          <ac:spMkLst>
            <pc:docMk/>
            <pc:sldMk cId="2398872027" sldId="263"/>
            <ac:spMk id="51" creationId="{284E9B02-5B9F-A4EC-87C3-27EAC10D729E}"/>
          </ac:spMkLst>
        </pc:spChg>
        <pc:spChg chg="del">
          <ac:chgData name="reda maaytouch" userId="643416c9ae40f873" providerId="LiveId" clId="{66B02E90-928A-412C-A283-F9351938B5FE}" dt="2026-09-20T00:26:52.690" v="169" actId="478"/>
          <ac:spMkLst>
            <pc:docMk/>
            <pc:sldMk cId="2398872027" sldId="263"/>
            <ac:spMk id="52" creationId="{DB80D0D6-ABBC-1B52-9CF9-73F17A1DD377}"/>
          </ac:spMkLst>
        </pc:spChg>
        <pc:spChg chg="del">
          <ac:chgData name="reda maaytouch" userId="643416c9ae40f873" providerId="LiveId" clId="{66B02E90-928A-412C-A283-F9351938B5FE}" dt="2026-09-20T00:26:52.690" v="169" actId="478"/>
          <ac:spMkLst>
            <pc:docMk/>
            <pc:sldMk cId="2398872027" sldId="263"/>
            <ac:spMk id="53" creationId="{048A1B75-EA60-5C44-4950-DA2A427F6CF8}"/>
          </ac:spMkLst>
        </pc:spChg>
        <pc:spChg chg="del">
          <ac:chgData name="reda maaytouch" userId="643416c9ae40f873" providerId="LiveId" clId="{66B02E90-928A-412C-A283-F9351938B5FE}" dt="2026-09-20T00:26:59.669" v="171" actId="478"/>
          <ac:spMkLst>
            <pc:docMk/>
            <pc:sldMk cId="2398872027" sldId="263"/>
            <ac:spMk id="54" creationId="{2AF415F0-7BE7-8427-8D93-0BEE730A6AEC}"/>
          </ac:spMkLst>
        </pc:spChg>
        <pc:spChg chg="del">
          <ac:chgData name="reda maaytouch" userId="643416c9ae40f873" providerId="LiveId" clId="{66B02E90-928A-412C-A283-F9351938B5FE}" dt="2026-09-20T00:26:56.932" v="170" actId="478"/>
          <ac:spMkLst>
            <pc:docMk/>
            <pc:sldMk cId="2398872027" sldId="263"/>
            <ac:spMk id="55" creationId="{2D84962B-6C14-9642-A3AD-B69ED2918C77}"/>
          </ac:spMkLst>
        </pc:spChg>
        <pc:spChg chg="del">
          <ac:chgData name="reda maaytouch" userId="643416c9ae40f873" providerId="LiveId" clId="{66B02E90-928A-412C-A283-F9351938B5FE}" dt="2026-09-20T00:27:01.778" v="172" actId="478"/>
          <ac:spMkLst>
            <pc:docMk/>
            <pc:sldMk cId="2398872027" sldId="263"/>
            <ac:spMk id="56" creationId="{4C2DDDD8-E0FB-ECCB-C89D-A29879A293D1}"/>
          </ac:spMkLst>
        </pc:spChg>
        <pc:spChg chg="del">
          <ac:chgData name="reda maaytouch" userId="643416c9ae40f873" providerId="LiveId" clId="{66B02E90-928A-412C-A283-F9351938B5FE}" dt="2026-09-20T00:27:04.601" v="173" actId="478"/>
          <ac:spMkLst>
            <pc:docMk/>
            <pc:sldMk cId="2398872027" sldId="263"/>
            <ac:spMk id="57" creationId="{6A894B6E-2C00-8C63-E67A-9C872545578D}"/>
          </ac:spMkLst>
        </pc:spChg>
        <pc:spChg chg="del">
          <ac:chgData name="reda maaytouch" userId="643416c9ae40f873" providerId="LiveId" clId="{66B02E90-928A-412C-A283-F9351938B5FE}" dt="2026-09-20T00:26:45.451" v="168" actId="478"/>
          <ac:spMkLst>
            <pc:docMk/>
            <pc:sldMk cId="2398872027" sldId="263"/>
            <ac:spMk id="83" creationId="{88328DE1-342D-DAA7-32FB-58E4A11ABA08}"/>
          </ac:spMkLst>
        </pc:spChg>
        <pc:spChg chg="del">
          <ac:chgData name="reda maaytouch" userId="643416c9ae40f873" providerId="LiveId" clId="{66B02E90-928A-412C-A283-F9351938B5FE}" dt="2026-09-20T00:26:52.690" v="169" actId="478"/>
          <ac:spMkLst>
            <pc:docMk/>
            <pc:sldMk cId="2398872027" sldId="263"/>
            <ac:spMk id="84" creationId="{E3064445-4F6E-0564-3D41-875E10A8723B}"/>
          </ac:spMkLst>
        </pc:spChg>
        <pc:spChg chg="del">
          <ac:chgData name="reda maaytouch" userId="643416c9ae40f873" providerId="LiveId" clId="{66B02E90-928A-412C-A283-F9351938B5FE}" dt="2026-09-20T00:26:52.690" v="169" actId="478"/>
          <ac:spMkLst>
            <pc:docMk/>
            <pc:sldMk cId="2398872027" sldId="263"/>
            <ac:spMk id="85" creationId="{E232EB1B-1955-63D5-2467-F834A8F0B402}"/>
          </ac:spMkLst>
        </pc:spChg>
      </pc:sldChg>
      <pc:sldChg chg="add del">
        <pc:chgData name="reda maaytouch" userId="643416c9ae40f873" providerId="LiveId" clId="{66B02E90-928A-412C-A283-F9351938B5FE}" dt="2026-09-20T00:27:10.817" v="175"/>
        <pc:sldMkLst>
          <pc:docMk/>
          <pc:sldMk cId="1784023800" sldId="264"/>
        </pc:sldMkLst>
      </pc:sldChg>
      <pc:sldChg chg="addSp delSp modSp add mod ord">
        <pc:chgData name="reda maaytouch" userId="643416c9ae40f873" providerId="LiveId" clId="{66B02E90-928A-412C-A283-F9351938B5FE}" dt="2026-09-20T00:36:24.813" v="424" actId="20577"/>
        <pc:sldMkLst>
          <pc:docMk/>
          <pc:sldMk cId="2807456647" sldId="264"/>
        </pc:sldMkLst>
        <pc:spChg chg="del mod">
          <ac:chgData name="reda maaytouch" userId="643416c9ae40f873" providerId="LiveId" clId="{66B02E90-928A-412C-A283-F9351938B5FE}" dt="2026-09-20T00:27:54.478" v="185" actId="478"/>
          <ac:spMkLst>
            <pc:docMk/>
            <pc:sldMk cId="2807456647" sldId="264"/>
            <ac:spMk id="2" creationId="{7692B104-8261-52D8-F425-045ED37AE688}"/>
          </ac:spMkLst>
        </pc:spChg>
        <pc:spChg chg="add mod">
          <ac:chgData name="reda maaytouch" userId="643416c9ae40f873" providerId="LiveId" clId="{66B02E90-928A-412C-A283-F9351938B5FE}" dt="2026-09-20T00:36:24.813" v="424" actId="20577"/>
          <ac:spMkLst>
            <pc:docMk/>
            <pc:sldMk cId="2807456647" sldId="264"/>
            <ac:spMk id="5" creationId="{7D48AC9C-78BD-1812-9951-2424157040B3}"/>
          </ac:spMkLst>
        </pc:spChg>
        <pc:spChg chg="del">
          <ac:chgData name="reda maaytouch" userId="643416c9ae40f873" providerId="LiveId" clId="{66B02E90-928A-412C-A283-F9351938B5FE}" dt="2026-09-20T00:27:50.609" v="183" actId="478"/>
          <ac:spMkLst>
            <pc:docMk/>
            <pc:sldMk cId="2807456647" sldId="264"/>
            <ac:spMk id="9" creationId="{E29511A9-BDD9-B202-A979-6B8F5898CFC8}"/>
          </ac:spMkLst>
        </pc:spChg>
        <pc:spChg chg="del">
          <ac:chgData name="reda maaytouch" userId="643416c9ae40f873" providerId="LiveId" clId="{66B02E90-928A-412C-A283-F9351938B5FE}" dt="2026-09-20T00:27:56.947" v="186" actId="478"/>
          <ac:spMkLst>
            <pc:docMk/>
            <pc:sldMk cId="2807456647" sldId="264"/>
            <ac:spMk id="47" creationId="{8365C7AA-7A0F-B60B-F66A-5301B7803FD4}"/>
          </ac:spMkLst>
        </pc:spChg>
        <pc:spChg chg="del">
          <ac:chgData name="reda maaytouch" userId="643416c9ae40f873" providerId="LiveId" clId="{66B02E90-928A-412C-A283-F9351938B5FE}" dt="2026-09-20T00:27:59.885" v="187" actId="478"/>
          <ac:spMkLst>
            <pc:docMk/>
            <pc:sldMk cId="2807456647" sldId="264"/>
            <ac:spMk id="48" creationId="{0A8AC80B-417B-BA99-F013-5219ECA16760}"/>
          </ac:spMkLst>
        </pc:spChg>
        <pc:spChg chg="del">
          <ac:chgData name="reda maaytouch" userId="643416c9ae40f873" providerId="LiveId" clId="{66B02E90-928A-412C-A283-F9351938B5FE}" dt="2026-09-20T00:27:59.885" v="187" actId="478"/>
          <ac:spMkLst>
            <pc:docMk/>
            <pc:sldMk cId="2807456647" sldId="264"/>
            <ac:spMk id="49" creationId="{084D12CF-1130-E4AE-AFE8-BDA38BA28E59}"/>
          </ac:spMkLst>
        </pc:spChg>
        <pc:spChg chg="del">
          <ac:chgData name="reda maaytouch" userId="643416c9ae40f873" providerId="LiveId" clId="{66B02E90-928A-412C-A283-F9351938B5FE}" dt="2026-09-20T00:27:56.947" v="186" actId="478"/>
          <ac:spMkLst>
            <pc:docMk/>
            <pc:sldMk cId="2807456647" sldId="264"/>
            <ac:spMk id="50" creationId="{ED6FA43F-8A65-B653-6BF3-9445B91BD46B}"/>
          </ac:spMkLst>
        </pc:spChg>
        <pc:spChg chg="del">
          <ac:chgData name="reda maaytouch" userId="643416c9ae40f873" providerId="LiveId" clId="{66B02E90-928A-412C-A283-F9351938B5FE}" dt="2026-09-20T00:27:33.372" v="177" actId="478"/>
          <ac:spMkLst>
            <pc:docMk/>
            <pc:sldMk cId="2807456647" sldId="264"/>
            <ac:spMk id="58" creationId="{9D77E244-37CA-6BC9-4DAA-B7C58057F8D6}"/>
          </ac:spMkLst>
        </pc:spChg>
        <pc:spChg chg="del">
          <ac:chgData name="reda maaytouch" userId="643416c9ae40f873" providerId="LiveId" clId="{66B02E90-928A-412C-A283-F9351938B5FE}" dt="2026-09-20T00:27:38.037" v="179" actId="478"/>
          <ac:spMkLst>
            <pc:docMk/>
            <pc:sldMk cId="2807456647" sldId="264"/>
            <ac:spMk id="59" creationId="{0BA7338D-270E-F9E6-944D-A2BD3FDCA415}"/>
          </ac:spMkLst>
        </pc:spChg>
        <pc:spChg chg="del">
          <ac:chgData name="reda maaytouch" userId="643416c9ae40f873" providerId="LiveId" clId="{66B02E90-928A-412C-A283-F9351938B5FE}" dt="2026-09-20T00:27:56.947" v="186" actId="478"/>
          <ac:spMkLst>
            <pc:docMk/>
            <pc:sldMk cId="2807456647" sldId="264"/>
            <ac:spMk id="60" creationId="{756F2285-39F1-DF28-3E91-D311A8E2D791}"/>
          </ac:spMkLst>
        </pc:spChg>
        <pc:spChg chg="del">
          <ac:chgData name="reda maaytouch" userId="643416c9ae40f873" providerId="LiveId" clId="{66B02E90-928A-412C-A283-F9351938B5FE}" dt="2026-09-20T00:27:56.947" v="186" actId="478"/>
          <ac:spMkLst>
            <pc:docMk/>
            <pc:sldMk cId="2807456647" sldId="264"/>
            <ac:spMk id="61" creationId="{6E4311EE-6AC8-6217-9C29-434F620BA518}"/>
          </ac:spMkLst>
        </pc:spChg>
        <pc:spChg chg="del">
          <ac:chgData name="reda maaytouch" userId="643416c9ae40f873" providerId="LiveId" clId="{66B02E90-928A-412C-A283-F9351938B5FE}" dt="2026-09-20T00:27:56.947" v="186" actId="478"/>
          <ac:spMkLst>
            <pc:docMk/>
            <pc:sldMk cId="2807456647" sldId="264"/>
            <ac:spMk id="62" creationId="{74E0A18B-B14E-5795-D02A-F9C1EDD58AF3}"/>
          </ac:spMkLst>
        </pc:spChg>
        <pc:spChg chg="del">
          <ac:chgData name="reda maaytouch" userId="643416c9ae40f873" providerId="LiveId" clId="{66B02E90-928A-412C-A283-F9351938B5FE}" dt="2026-09-20T00:27:35.920" v="178" actId="478"/>
          <ac:spMkLst>
            <pc:docMk/>
            <pc:sldMk cId="2807456647" sldId="264"/>
            <ac:spMk id="80" creationId="{DC2B823B-1D17-C12E-E4B9-6D1903A6AB96}"/>
          </ac:spMkLst>
        </pc:spChg>
        <pc:spChg chg="del">
          <ac:chgData name="reda maaytouch" userId="643416c9ae40f873" providerId="LiveId" clId="{66B02E90-928A-412C-A283-F9351938B5FE}" dt="2026-09-20T00:27:39.760" v="180" actId="478"/>
          <ac:spMkLst>
            <pc:docMk/>
            <pc:sldMk cId="2807456647" sldId="264"/>
            <ac:spMk id="81" creationId="{5542E318-E64A-F097-A338-0574B922EF14}"/>
          </ac:spMkLst>
        </pc:spChg>
        <pc:spChg chg="del mod">
          <ac:chgData name="reda maaytouch" userId="643416c9ae40f873" providerId="LiveId" clId="{66B02E90-928A-412C-A283-F9351938B5FE}" dt="2026-09-20T00:27:43.525" v="182" actId="478"/>
          <ac:spMkLst>
            <pc:docMk/>
            <pc:sldMk cId="2807456647" sldId="264"/>
            <ac:spMk id="82" creationId="{0B82AD94-CC4F-E424-D5B9-431767EF51D7}"/>
          </ac:spMkLst>
        </pc:spChg>
        <pc:spChg chg="del">
          <ac:chgData name="reda maaytouch" userId="643416c9ae40f873" providerId="LiveId" clId="{66B02E90-928A-412C-A283-F9351938B5FE}" dt="2026-09-20T00:27:59.885" v="187" actId="478"/>
          <ac:spMkLst>
            <pc:docMk/>
            <pc:sldMk cId="2807456647" sldId="264"/>
            <ac:spMk id="196" creationId="{B2881BCB-65D1-D7D0-729B-C513C5B5235A}"/>
          </ac:spMkLst>
        </pc:spChg>
        <pc:spChg chg="del">
          <ac:chgData name="reda maaytouch" userId="643416c9ae40f873" providerId="LiveId" clId="{66B02E90-928A-412C-A283-F9351938B5FE}" dt="2026-09-20T00:27:59.885" v="187" actId="478"/>
          <ac:spMkLst>
            <pc:docMk/>
            <pc:sldMk cId="2807456647" sldId="264"/>
            <ac:spMk id="197" creationId="{73403F91-9378-2A21-1164-79B1B1C60E29}"/>
          </ac:spMkLst>
        </pc:spChg>
      </pc:sldChg>
      <pc:sldChg chg="delSp add del mod">
        <pc:chgData name="reda maaytouch" userId="643416c9ae40f873" providerId="LiveId" clId="{66B02E90-928A-412C-A283-F9351938B5FE}" dt="2026-09-20T00:28:44.721" v="191" actId="47"/>
        <pc:sldMkLst>
          <pc:docMk/>
          <pc:sldMk cId="2611239918" sldId="265"/>
        </pc:sldMkLst>
        <pc:spChg chg="del">
          <ac:chgData name="reda maaytouch" userId="643416c9ae40f873" providerId="LiveId" clId="{66B02E90-928A-412C-A283-F9351938B5FE}" dt="2026-09-20T00:28:35.640" v="189" actId="478"/>
          <ac:spMkLst>
            <pc:docMk/>
            <pc:sldMk cId="2611239918" sldId="265"/>
            <ac:spMk id="3" creationId="{671FF929-4B75-7338-B4F9-2F08293588E6}"/>
          </ac:spMkLst>
        </pc:spChg>
      </pc:sldChg>
      <pc:sldChg chg="addSp delSp modSp add mod ord">
        <pc:chgData name="reda maaytouch" userId="643416c9ae40f873" providerId="LiveId" clId="{66B02E90-928A-412C-A283-F9351938B5FE}" dt="2026-09-20T00:36:18.461" v="422" actId="22"/>
        <pc:sldMkLst>
          <pc:docMk/>
          <pc:sldMk cId="2434678337" sldId="266"/>
        </pc:sldMkLst>
        <pc:spChg chg="del">
          <ac:chgData name="reda maaytouch" userId="643416c9ae40f873" providerId="LiveId" clId="{66B02E90-928A-412C-A283-F9351938B5FE}" dt="2026-09-20T00:28:56.787" v="192" actId="478"/>
          <ac:spMkLst>
            <pc:docMk/>
            <pc:sldMk cId="2434678337" sldId="266"/>
            <ac:spMk id="3" creationId="{00E0453E-C6D5-EC8A-603E-C8CD0D7AFBAD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12" creationId="{680DCB88-31C3-C9A6-3438-7C6C18D6A306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16" creationId="{F90F1DC8-2AD6-4A2A-3808-AA663BB02F06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24" creationId="{79E4663F-B1E6-0CD6-ED69-10B25DC4D4E2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33" creationId="{2F26F8E9-7273-3649-00B3-2B9750AAFC6E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36" creationId="{53BD32ED-910D-47F6-B877-3492EE59CBF5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39" creationId="{14F63E70-1EFC-A90F-14F2-2A0462BD472B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43" creationId="{BC4B8596-5E2F-D76E-6C18-6E456F107B72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44" creationId="{3EF32FF6-6B39-517C-C101-6E6DABA34508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47" creationId="{0F985617-9AD4-39AE-4A94-775C5EE77614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53" creationId="{6DBF09EB-02FC-A097-91CC-F8E44016A426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57" creationId="{51149064-C6F9-3E8B-6485-F484DBC4162D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59" creationId="{58C2BF07-F6D5-0133-5578-20AE86768C51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61" creationId="{4B2E2BEB-2DBE-3633-132E-1BAFF983B5D7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63" creationId="{08A8ACEE-F832-5E89-FA3E-4D1EDC4D9F58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65" creationId="{D5FE5106-60B1-794A-BCF4-0AB402344AB9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67" creationId="{8A965C29-11E9-7AF3-C756-7E6AE7EACF9B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70" creationId="{7E18EC6A-5FC5-098E-6519-FE449C9F1774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71" creationId="{BFDD696D-C253-C07F-F203-0748271E860E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72" creationId="{BE316333-23FE-7602-36CF-43B62D393E11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73" creationId="{BD708D8A-661D-EE26-7FF3-E396A8CACDD0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74" creationId="{B14FEAD7-A23F-CDF1-F869-9208CE467A49}"/>
          </ac:spMkLst>
        </pc:spChg>
        <pc:spChg chg="del">
          <ac:chgData name="reda maaytouch" userId="643416c9ae40f873" providerId="LiveId" clId="{66B02E90-928A-412C-A283-F9351938B5FE}" dt="2026-09-20T00:29:02.713" v="193" actId="478"/>
          <ac:spMkLst>
            <pc:docMk/>
            <pc:sldMk cId="2434678337" sldId="266"/>
            <ac:spMk id="77" creationId="{1DE44ABF-E5A3-5AE8-45EA-900B3F59DF18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80" creationId="{12FABF8B-9FB5-1AD9-1451-7488EA40BAEF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86" creationId="{EF25C65B-AFAC-3B77-B555-733BD8B4A2CC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88" creationId="{0AAC4F7C-4C08-1AA4-E9DA-496C634C2DD4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90" creationId="{B4F734D6-7CA2-B245-24FA-DF81D7F8033E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94" creationId="{5D952B77-D2C5-0140-B875-5E24AB118B76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96" creationId="{3C0F6CEF-37A6-0AEA-234B-03C0EFECB335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100" creationId="{306F2AFF-F52D-62D6-F4FA-7A2A2840A087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102" creationId="{5099BEC1-9DE8-4D70-7020-D301416BB88E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106" creationId="{F5CF5323-B7B0-4E62-B72C-BA9275C3D291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120" creationId="{B67C490F-220C-C390-E5F6-5B86522AA1FF}"/>
          </ac:spMkLst>
        </pc:spChg>
        <pc:spChg chg="mod">
          <ac:chgData name="reda maaytouch" userId="643416c9ae40f873" providerId="LiveId" clId="{66B02E90-928A-412C-A283-F9351938B5FE}" dt="2026-09-20T00:30:24.453" v="356" actId="1038"/>
          <ac:spMkLst>
            <pc:docMk/>
            <pc:sldMk cId="2434678337" sldId="266"/>
            <ac:spMk id="122" creationId="{EA59672A-DA2E-FB15-CE41-219F4C7DDBE9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126" creationId="{5A042F35-A846-555C-8DE1-4258BE7D7C81}"/>
          </ac:spMkLst>
        </pc:spChg>
        <pc:spChg chg="add del mod">
          <ac:chgData name="reda maaytouch" userId="643416c9ae40f873" providerId="LiveId" clId="{66B02E90-928A-412C-A283-F9351938B5FE}" dt="2026-09-20T00:30:50.211" v="366" actId="22"/>
          <ac:spMkLst>
            <pc:docMk/>
            <pc:sldMk cId="2434678337" sldId="266"/>
            <ac:spMk id="130" creationId="{027E2B81-B807-FC01-63DE-6E7F236B08B1}"/>
          </ac:spMkLst>
        </pc:spChg>
        <pc:spChg chg="add">
          <ac:chgData name="reda maaytouch" userId="643416c9ae40f873" providerId="LiveId" clId="{66B02E90-928A-412C-A283-F9351938B5FE}" dt="2026-09-20T00:36:18.461" v="422" actId="22"/>
          <ac:spMkLst>
            <pc:docMk/>
            <pc:sldMk cId="2434678337" sldId="266"/>
            <ac:spMk id="132" creationId="{A8AEC2A7-806A-B77C-A968-BBF3825CA8F8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138" creationId="{6B373217-D85A-FF0E-3559-2DAA2AA7F092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140" creationId="{3E021CF1-A90B-12BB-4B6D-9281096A38A9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142" creationId="{370EA5C3-65B3-C84A-BFD8-DDA65A388D4B}"/>
          </ac:spMkLst>
        </pc:spChg>
        <pc:spChg chg="add del">
          <ac:chgData name="reda maaytouch" userId="643416c9ae40f873" providerId="LiveId" clId="{66B02E90-928A-412C-A283-F9351938B5FE}" dt="2026-09-20T00:30:53.262" v="367" actId="21"/>
          <ac:spMkLst>
            <pc:docMk/>
            <pc:sldMk cId="2434678337" sldId="266"/>
            <ac:spMk id="143" creationId="{FAA87684-EC75-5256-437B-55A0405FB072}"/>
          </ac:spMkLst>
        </pc:spChg>
      </pc:sldChg>
      <pc:sldChg chg="add del">
        <pc:chgData name="reda maaytouch" userId="643416c9ae40f873" providerId="LiveId" clId="{66B02E90-928A-412C-A283-F9351938B5FE}" dt="2026-09-20T00:29:21.505" v="195" actId="47"/>
        <pc:sldMkLst>
          <pc:docMk/>
          <pc:sldMk cId="3491124088" sldId="267"/>
        </pc:sldMkLst>
      </pc:sldChg>
      <pc:sldChg chg="addSp delSp modSp add mod">
        <pc:chgData name="reda maaytouch" userId="643416c9ae40f873" providerId="LiveId" clId="{66B02E90-928A-412C-A283-F9351938B5FE}" dt="2026-09-20T00:38:50.394" v="472" actId="1076"/>
        <pc:sldMkLst>
          <pc:docMk/>
          <pc:sldMk cId="3574196966" sldId="267"/>
        </pc:sldMkLst>
        <pc:spChg chg="add mod">
          <ac:chgData name="reda maaytouch" userId="643416c9ae40f873" providerId="LiveId" clId="{66B02E90-928A-412C-A283-F9351938B5FE}" dt="2026-09-20T00:38:50.394" v="472" actId="1076"/>
          <ac:spMkLst>
            <pc:docMk/>
            <pc:sldMk cId="3574196966" sldId="267"/>
            <ac:spMk id="2" creationId="{B9E85C2F-3556-5519-FFA0-B6E362A448AC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13" creationId="{CA34B78E-2892-47E6-8789-FFC56A05A721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15" creationId="{B687AAA5-26F7-E112-F434-4F74AF99CF80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17" creationId="{48F8D4E5-650D-C338-5B4D-B13E45FCDC9C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20" creationId="{20D603C3-B3C7-FBFA-77C2-A052A3CC1E87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21" creationId="{ABB34487-ADC6-4791-9678-72C4DDFFE8D8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24" creationId="{9B844B00-AE1D-FBE8-240D-7426455D509B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26" creationId="{7CA8A7CD-93D7-16D1-141E-F20DDBF208C2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39" creationId="{1CF09FAE-D7D2-868B-501F-94F2AEF457D8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137" creationId="{88539F50-8DD4-3071-243F-3E71B4D6CD35}"/>
          </ac:spMkLst>
        </pc:spChg>
        <pc:spChg chg="del">
          <ac:chgData name="reda maaytouch" userId="643416c9ae40f873" providerId="LiveId" clId="{66B02E90-928A-412C-A283-F9351938B5FE}" dt="2026-09-20T00:29:38.505" v="197" actId="478"/>
          <ac:spMkLst>
            <pc:docMk/>
            <pc:sldMk cId="3574196966" sldId="267"/>
            <ac:spMk id="142" creationId="{AD497504-046E-D646-44DB-6FE586CD0637}"/>
          </ac:spMkLst>
        </pc:spChg>
      </pc:sldChg>
      <pc:sldChg chg="addSp delSp modSp add del mod setBg">
        <pc:chgData name="reda maaytouch" userId="643416c9ae40f873" providerId="LiveId" clId="{66B02E90-928A-412C-A283-F9351938B5FE}" dt="2026-09-20T01:25:34.033" v="495" actId="47"/>
        <pc:sldMkLst>
          <pc:docMk/>
          <pc:sldMk cId="190502691" sldId="268"/>
        </pc:sldMkLst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20" creationId="{5D95D060-3027-8C5C-426C-A7203F29796E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23" creationId="{E0639FF8-066D-27D4-8FEB-DF65F401657B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34" creationId="{10CC6A7D-A176-7670-600B-7F28B8059709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38" creationId="{0B2E5DBD-2AA7-71B8-5AC8-71D2CEEE78E0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44" creationId="{DEE6FE82-6565-BB6F-4DF3-F961A597FFCC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54" creationId="{EAF3239B-6E1D-491E-F021-5BCFDE4B5245}"/>
          </ac:spMkLst>
        </pc:spChg>
        <pc:spChg chg="del">
          <ac:chgData name="reda maaytouch" userId="643416c9ae40f873" providerId="LiveId" clId="{66B02E90-928A-412C-A283-F9351938B5FE}" dt="2026-09-20T01:23:19.433" v="475" actId="478"/>
          <ac:spMkLst>
            <pc:docMk/>
            <pc:sldMk cId="190502691" sldId="268"/>
            <ac:spMk id="155" creationId="{85F598AD-C5A5-1FAB-2512-3A31F4ECE5CC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62" creationId="{15FEFFAA-BF48-E4C6-AF84-F167CAF6C0E9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84" creationId="{BB870043-9BBC-2413-1897-9251BCAC63B8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86" creationId="{B0F153F1-5FF9-BFB3-8CE4-F344D40FFA55}"/>
          </ac:spMkLst>
        </pc:spChg>
        <pc:spChg chg="del">
          <ac:chgData name="reda maaytouch" userId="643416c9ae40f873" providerId="LiveId" clId="{66B02E90-928A-412C-A283-F9351938B5FE}" dt="2026-09-20T01:23:16.677" v="474" actId="478"/>
          <ac:spMkLst>
            <pc:docMk/>
            <pc:sldMk cId="190502691" sldId="268"/>
            <ac:spMk id="187" creationId="{8A30F450-1A88-F9B1-6C23-D96B4B1F138D}"/>
          </ac:spMkLst>
        </pc:spChg>
        <pc:spChg chg="mod">
          <ac:chgData name="reda maaytouch" userId="643416c9ae40f873" providerId="LiveId" clId="{66B02E90-928A-412C-A283-F9351938B5FE}" dt="2026-09-20T01:23:43.948" v="480" actId="20577"/>
          <ac:spMkLst>
            <pc:docMk/>
            <pc:sldMk cId="190502691" sldId="268"/>
            <ac:spMk id="203" creationId="{8B99399E-5E19-2F69-276C-0F30414DF083}"/>
          </ac:spMkLst>
        </pc:spChg>
        <pc:picChg chg="add mod">
          <ac:chgData name="reda maaytouch" userId="643416c9ae40f873" providerId="LiveId" clId="{66B02E90-928A-412C-A283-F9351938B5FE}" dt="2026-09-20T01:25:20.384" v="494" actId="1076"/>
          <ac:picMkLst>
            <pc:docMk/>
            <pc:sldMk cId="190502691" sldId="268"/>
            <ac:picMk id="200" creationId="{511FC96E-A784-4877-6E2A-9345AF07A3E6}"/>
          </ac:picMkLst>
        </pc:picChg>
      </pc:sldChg>
      <pc:sldChg chg="add del">
        <pc:chgData name="reda maaytouch" userId="643416c9ae40f873" providerId="LiveId" clId="{66B02E90-928A-412C-A283-F9351938B5FE}" dt="2026-09-20T00:31:02.348" v="369" actId="47"/>
        <pc:sldMkLst>
          <pc:docMk/>
          <pc:sldMk cId="469095909" sldId="268"/>
        </pc:sldMkLst>
      </pc:sldChg>
      <pc:sldChg chg="addSp delSp modSp add mod setBg">
        <pc:chgData name="reda maaytouch" userId="643416c9ae40f873" providerId="LiveId" clId="{66B02E90-928A-412C-A283-F9351938B5FE}" dt="2026-09-20T01:26:30.844" v="520" actId="22"/>
        <pc:sldMkLst>
          <pc:docMk/>
          <pc:sldMk cId="428061838" sldId="269"/>
        </pc:sldMkLst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20" creationId="{61A2C821-F57A-15E3-2F90-213A24754D01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29" creationId="{82162041-55CE-C114-DE24-F7A2454B8E1B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54" creationId="{DFE7F87B-8B72-EB16-5C91-0F63E2BA22B5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72" creationId="{97386744-6B38-3A1B-4BF7-E8AA300F7E79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87" creationId="{711ED745-833A-2EB7-1412-D73A9727F80C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89" creationId="{5BD174B8-B8E2-9274-C52D-FD66DB537D8D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105" creationId="{E0E0F194-F543-1CF1-7B21-205F7D225EAF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138" creationId="{EABD5942-64A6-358E-31E2-E7DD56303C15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142" creationId="{757A7492-CF93-6939-15BD-732F1209ADC5}"/>
          </ac:spMkLst>
        </pc:spChg>
        <pc:spChg chg="del mod">
          <ac:chgData name="reda maaytouch" userId="643416c9ae40f873" providerId="LiveId" clId="{66B02E90-928A-412C-A283-F9351938B5FE}" dt="2026-09-20T01:26:28.993" v="519" actId="478"/>
          <ac:spMkLst>
            <pc:docMk/>
            <pc:sldMk cId="428061838" sldId="269"/>
            <ac:spMk id="185" creationId="{21C37E61-3703-AC06-8897-C333460DB3B8}"/>
          </ac:spMkLst>
        </pc:spChg>
        <pc:spChg chg="del">
          <ac:chgData name="reda maaytouch" userId="643416c9ae40f873" providerId="LiveId" clId="{66B02E90-928A-412C-A283-F9351938B5FE}" dt="2026-09-20T01:26:20.088" v="513" actId="478"/>
          <ac:spMkLst>
            <pc:docMk/>
            <pc:sldMk cId="428061838" sldId="269"/>
            <ac:spMk id="197" creationId="{2418D5F5-30F8-CC4D-6394-04F22ED612DD}"/>
          </ac:spMkLst>
        </pc:spChg>
        <pc:spChg chg="add del mod">
          <ac:chgData name="reda maaytouch" userId="643416c9ae40f873" providerId="LiveId" clId="{66B02E90-928A-412C-A283-F9351938B5FE}" dt="2026-09-20T01:26:27.136" v="518"/>
          <ac:spMkLst>
            <pc:docMk/>
            <pc:sldMk cId="428061838" sldId="269"/>
            <ac:spMk id="201" creationId="{355B0EDF-3F1F-BC1A-31EE-9DAC33BBFAE7}"/>
          </ac:spMkLst>
        </pc:spChg>
        <pc:spChg chg="mod">
          <ac:chgData name="reda maaytouch" userId="643416c9ae40f873" providerId="LiveId" clId="{66B02E90-928A-412C-A283-F9351938B5FE}" dt="2026-09-20T01:26:11.449" v="511" actId="20577"/>
          <ac:spMkLst>
            <pc:docMk/>
            <pc:sldMk cId="428061838" sldId="269"/>
            <ac:spMk id="203" creationId="{22D041CF-E3BC-A8F1-C739-7ADC2F2E8AE3}"/>
          </ac:spMkLst>
        </pc:spChg>
        <pc:picChg chg="add del mod">
          <ac:chgData name="reda maaytouch" userId="643416c9ae40f873" providerId="LiveId" clId="{66B02E90-928A-412C-A283-F9351938B5FE}" dt="2026-09-20T01:26:15.819" v="512" actId="21"/>
          <ac:picMkLst>
            <pc:docMk/>
            <pc:sldMk cId="428061838" sldId="269"/>
            <ac:picMk id="200" creationId="{42D027AB-03B9-397D-4BE8-6D5245E05BA6}"/>
          </ac:picMkLst>
        </pc:picChg>
        <pc:picChg chg="add">
          <ac:chgData name="reda maaytouch" userId="643416c9ae40f873" providerId="LiveId" clId="{66B02E90-928A-412C-A283-F9351938B5FE}" dt="2026-09-20T01:26:30.844" v="520" actId="22"/>
          <ac:picMkLst>
            <pc:docMk/>
            <pc:sldMk cId="428061838" sldId="269"/>
            <ac:picMk id="204" creationId="{5FF10413-5963-13A9-9FF8-E64D507742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93440" rtl="0" eaLnBrk="1" latinLnBrk="0" hangingPunct="1">
      <a:defRPr sz="1435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780F-1F11-2294-4ED3-A976343B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7450C-62B0-001B-44C1-35A22A1AD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8A79B-E5AA-09CD-16E3-542B692B7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E3325-EB42-FC43-285B-A1473836AB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8600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21B9-20E9-A7B8-D778-12C4118B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45570-9097-C6D8-BF01-993CB39F9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1FC9A-32BF-4182-1F4A-42414AC25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0EC75-EA6F-5EE1-2893-EB81C9C973C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7148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4005-BEE5-EB85-0BC2-D35954AA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F6222-7AF1-0CD8-D140-461B0F006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2C1F3-3CB4-5EBD-C188-35A790B5B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E43F-17E3-B75F-3FE0-FE733CD137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218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E0C5C-CAD8-F160-BBDF-A0F608DD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4BF70-C450-9D73-218D-DD04CF4CC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3C85F-32F7-BECF-B0BE-CBE0659EB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AAE30-9841-0312-B5BD-E275DED3E1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2938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7494-2056-F39F-3E73-783363A6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EB9FE-3C96-5CD2-D3DE-CD4F26EBD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1422F-9F3F-0814-5165-3DA0B60F8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148AE-0D46-376A-921F-03311C7C93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208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2357-4232-7F60-9DBB-C41E5D62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B51B7-CF89-CC0F-3BAE-0C0B5EB1B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AA045-8EAE-8665-D217-75F9768D8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D7CF9-F13C-46AD-CAE4-FB73D299B63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526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9600-1477-6364-B7B1-610285EC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CCA9A-4548-B3E6-79BF-2019BE8C6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243F3-62A4-48DE-DF45-2A1B9E184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83D73-770B-3A65-BAD1-5E0C4BE2928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924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06FB-8D1E-9ADE-BAD5-7E8B40CE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ED7ED-21F1-35F3-ABBD-A9D36E485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1AEAB-1994-8245-A9B9-E652EDD83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85AE7-44BD-1F66-B0BE-8AF432A027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2597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5857-866F-14D1-2BF9-75620D53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601B9-F4E9-F3E0-30C1-9CF81876E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399C4-BBF4-F070-303F-39CE0DB22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DA010-9735-070C-2D98-47A9FC8956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1701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DFCD-DA97-0E6A-6966-C9EB7F22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5DD60-424A-B3C6-8748-E6BC11900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027CA-AEDE-B4CB-CD92-6DD77926B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465B2-CDBB-76AE-E9D7-D937FFE4E4F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4213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09D4C-E4DF-DAB4-D49C-C416B045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FCB42-FDCF-760B-5523-9F5AC9CAF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89AEE-BE5C-25E9-DA84-CE734D7D6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C9CA7-3914-3A3A-9F52-E706C84E717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412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6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27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37" indent="-22860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47" indent="-22860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58" indent="-22860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68" indent="-22860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78" indent="-22860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88" indent="-22860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1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2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31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4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5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6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73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83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172F8-D986-25E8-49EC-771427A0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85C2F-3556-5519-FFA0-B6E362A448AC}"/>
              </a:ext>
            </a:extLst>
          </p:cNvPr>
          <p:cNvSpPr txBox="1"/>
          <p:nvPr/>
        </p:nvSpPr>
        <p:spPr>
          <a:xfrm>
            <a:off x="4876800" y="6073170"/>
            <a:ext cx="1310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/>
              <a:t>Lab 1: Conceptual Design</a:t>
            </a:r>
          </a:p>
        </p:txBody>
      </p:sp>
    </p:spTree>
    <p:extLst>
      <p:ext uri="{BB962C8B-B14F-4D97-AF65-F5344CB8AC3E}">
        <p14:creationId xmlns:p14="http://schemas.microsoft.com/office/powerpoint/2010/main" val="3574196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14B9-2501-0FCE-DF5F-283551D5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3472A9-D5E8-C500-0254-50D1216C2977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794A22-4B44-096E-2BF2-C054D687451E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86D2A219-2B46-8E1C-3B4D-0B4D4AB2A199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0DCB88-31C3-C9A6-3438-7C6C18D6A306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D26B21-CD0A-086F-25D6-33314D3D261A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328C4E31-00B7-FC86-67FA-6CFEF6A58F27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21A6A44-0D4A-8F21-106F-B3B2ED9BD96E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90F1DC8-2AD6-4A2A-3808-AA663BB02F06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F86077E-DA8E-69F6-3CB0-5E3CC24A1831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692571-F65E-5497-13B5-EB0B73106BAD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551E66B0-6637-12BE-37C8-89A46B6987D1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25A74BB-582B-C732-8B1C-26A24F2063F5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F8EFAA9-EE4C-0A1A-D080-91F0D922DDED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EF35BBD-4DD8-41A3-12D3-DDB11C748352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C6B10B0E-9F92-1FAC-D005-9DF07BD8AED8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9E4663F-B1E6-0CD6-ED69-10B25DC4D4E2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2DB3847-C203-57A5-42E6-15CFA6DA4585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588916AD-A559-356D-80C9-4A737ADBB2DF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5AF22B1-F339-04E5-D10D-3FC6F60DCD9C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01BC012-84AA-8E7D-9A90-B05345E45066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236B864-F811-96E6-C9D2-168D4638B594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32A859C4-F797-B06C-6063-F71EC3351547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869194-C4BF-D0EE-1096-9F8D850F833D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2F26F8E9-7273-3649-00B3-2B9750AAFC6E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13216E4-4052-E73E-801A-D829C95BA813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7DB9CE-3874-1A76-5F90-7ABF1413BBA2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53BD32ED-910D-47F6-B877-3492EE59CBF5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7239626-A006-4BB3-9904-C309D6EB527E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F78F4A6-B9BE-050D-6DA3-12FAA9F1F62E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14F63E70-1EFC-A90F-14F2-2A0462BD472B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E5713B72-EAA4-32AA-60D0-373061349F19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1BBC87F5-7668-CC8D-3196-1141700CD4CB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D04B19DF-E789-EDB8-8198-6FE2B65B4E1C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6B373217-D85A-FF0E-3559-2DAA2AA7F092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4A1BD44-31C3-C31C-49AA-4A9AA5F6DACE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3E021CF1-A90B-12BB-4B6D-9281096A38A9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70EA5C3-65B3-C84A-BFD8-DDA65A388D4B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FAA87684-EC75-5256-437B-55A0405FB072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6886E847-5B9D-1114-B32E-7CB64E181E52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8AEC2A7-806A-B77C-A968-BBF3825CA8F8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1</a:t>
            </a:r>
          </a:p>
        </p:txBody>
      </p:sp>
    </p:spTree>
    <p:extLst>
      <p:ext uri="{BB962C8B-B14F-4D97-AF65-F5344CB8AC3E}">
        <p14:creationId xmlns:p14="http://schemas.microsoft.com/office/powerpoint/2010/main" val="243467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8B61-5CC5-F36D-662F-0CC35E80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307CA5A-14F1-C45F-2FFC-234FA9C6565A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857552-A37D-4857-5BA9-BF9667BF2446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27DEA5-6A29-8A96-9B25-91354D0EAF52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360A11C2-19A9-9554-156E-BDA36C244877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C822FF-4160-91EA-16A0-04DA41ADCB8F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4311CB-9EFA-3F53-4218-B5DD75C800BD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EAACFCA9-BD1E-EE19-151A-E9D4B80E5D02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9F93C4-0C5C-6C5B-102C-F1C11DEB56C9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9FD1459-33A7-7270-3843-91B6BB2293E8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029095B-DE25-BF79-E7BD-1C7806A42A44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1D94C3-F92B-7E7A-C044-C958853AE45C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5E8F125C-46E6-7966-FF42-61F5D77AC473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D70C20-CAD4-D700-BE79-5E4CFF0DE729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30F4CE0-D8E2-DA3B-4D8F-632B6E3FBD50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EFBECFA-978A-89DD-B53F-4C17A7346E9F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2243EAD3-73CD-8CD4-95AB-C5080DD585A2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7F934E0-F5E5-D00F-06DA-C03271915481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9FA0925-4943-A810-5B05-6C5A47E7C333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FEA9288D-3871-240C-D229-CCEFC287132D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D93C9FA-D9E0-5533-B503-5C06D1BC4E89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1B25DD5-9622-30A6-07A9-12A966A4819F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C57D6D6-33C5-02C7-B903-D3A9A2748056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3724B046-CFDA-3DBE-C3A3-5CE8561E5E40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F59771-4A2B-C558-5873-62FABCEA1B94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E8865876-F6B4-4612-3256-9B61165A82F3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001BC6B-C8AA-B709-A52E-2A1CE409F73A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4E9D0B-090C-DBA2-6178-11BC10868D1E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32FE3B53-3B54-7565-65C2-13C2E1C68771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D276892-EDF4-D6EE-A220-9D430F7D6C43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F125B6B-3E73-59D0-5D41-8144FD72E6A5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448BB44F-0313-61CA-29B1-4E1C656D4987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6D6C41B-AF2E-7E25-8690-070644F104AA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316CE2F-4A09-AA3C-BC81-99C318DBFB41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948879F-732F-A475-B207-5089760BC52A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E8A59C-7019-91EA-99E1-5ED08A95B39D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5CF1BE83-91FA-59E2-8FDC-E9584F4BBACD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DFC568B-5B5F-7751-A5FA-5380A29FEE26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44ACB03-2F32-8461-754D-2F7DE719F86D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9DEE8DB-507B-9050-9B1F-388581BA8FD4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1A104213-88A8-8F5E-7D4F-56A0247365FD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135470A5-2F42-9BF7-DAA2-30569C96ECBB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0372BAF-1D2D-9EA6-020A-6B1BA2AB9393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56D5D8F9-33CD-EB6C-BC3B-3882D7F99B6E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D96E8840-E69B-2C33-C769-ECB0EACF6A66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570EDA9-A081-D214-4AF0-E49944264501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4E8800AE-4934-940E-3BD8-7F921C40D622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B78C96-45C8-475D-5D05-C7D8BA05C2AC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7E014225-F4CE-7456-43AD-C01DE40B9917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19257F8D-F576-9DDB-B104-BEC60ACEBE4A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F4CB926A-E970-1B21-AB86-B7D653961352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44AC76F0-EB45-BA71-4E3C-196C2EE34EEE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B5711E8C-43AB-3884-2F0F-D87A7848B834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E9E5A926-F68C-BE92-0560-1137F1263F52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90D27EFA-F0B1-1937-8506-99B8BD15EDC1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2A19009D-DA0B-FDD6-1BA7-310F1490F832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EB98A6A-4A54-2362-0007-2D794531580C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8D1A6437-BF9C-1A9D-2D90-7BF37CA009EC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C94CAF9-A9DD-D98A-E0C0-D24B1CF9E438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DF31EE79-F259-4CA2-67D7-FDE02561D0FA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962AB038-FDDC-89EA-2005-5D4D0C400DBE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8AC9C-78BD-1812-9951-2424157040B3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2</a:t>
            </a:r>
          </a:p>
        </p:txBody>
      </p:sp>
    </p:spTree>
    <p:extLst>
      <p:ext uri="{BB962C8B-B14F-4D97-AF65-F5344CB8AC3E}">
        <p14:creationId xmlns:p14="http://schemas.microsoft.com/office/powerpoint/2010/main" val="280745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28A1B-FB08-E14B-58F8-C7D668B6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81BCD6-1FD2-90FD-4185-D8D358CD9043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0E0B78-0750-87C4-0C44-1337F1B3B346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9CC1046-2632-61AA-1188-3E76C0B6C8BC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579A336-087B-B049-7D6C-16F4D775095C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710197-1438-D44F-816F-0346439B354A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185F61F6-83DD-FA39-407D-A04EA65396EC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5978803-DCC9-8A7A-3DA7-2D980EDDC6E8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9A1906-7456-03CB-618F-A667D3E20462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A84B5182-5533-80BF-209C-BDE5AFB90639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E5B01BF-3BDD-C465-7320-1D4F4ACF06A6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BF6D93A-D5BF-5D41-FD9B-7A83E97F4FDF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B6A9B22-5917-DE14-4B51-7770C96705FE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F56A3A-5183-F0BC-49E0-FC4767059B20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4F9739FD-E415-48AA-B7C1-5FA3723369A0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73F9CE7-78FE-2B69-DC71-75028C3D0D85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B49305A-A537-0C7F-65FD-68B091D3D84C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B25A170-F646-D012-BBE2-3F5484100AF5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81118CA9-C22B-B5D5-09A3-3B5E96C75CA3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4B1255-FCA1-5BAF-E848-44B86F9D5A75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EB748CE-9E68-3171-E600-569AB9278831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5E7681D8-3C29-DF8B-8DA7-F94DD9DFF041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8CD42B1-2410-CFCA-A6B5-EEE46696A374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9A97092-EFD3-DAB5-0CE0-266798F4AAFC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B4585A6-A23B-97AD-234B-64DFE475EACE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753BA0DB-B592-8572-4A01-95DDEFE381E5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9C4058-0BDB-C13D-C63D-81BB9925230C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D342AB53-7CCF-E9BE-D9B1-014013726BDE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550BBA1-7B81-4373-51A0-E6A9BCCE0584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AF9C9E-49EA-163B-F693-C434B30009C7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88B4DDB5-AE85-1A91-98E2-15DE47881C86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2A26C75-62C1-2F42-A2F4-BCE5DB6266FA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7053036-A357-B7C5-B98A-CD2D5B0270F1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6DA8DB1B-54B7-D748-D9D9-7B712301A6CD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0931C61-F4A1-45E9-216D-A01A3333F0C0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7510105-15AE-A102-E0E3-3744F49EF089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395C70E-5C86-15DC-57B1-F464E383C94D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A8936F-D625-906E-4473-12DDAE6013D2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04D903F6-7A65-CCEB-B73C-42915D248B0F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018F512-DD5A-4730-B993-FD4DAB408EEE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5ADB3CE-D30F-BC53-6897-E86BCC0F77A0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7A3E2A0-2653-69AD-6662-B6CCFEBFA06B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A3E5FAFF-B45A-F84D-1669-E842230D340E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1C348DC9-ACCB-AE84-D953-1047F01C3896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2A6026F0-00F6-26B4-8069-F2FF9369B427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F54F1B-51E4-C1B9-FDE8-E758D452A36E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30D8A18C-6606-FF91-67E2-26AF0350169F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48F5F33D-2471-56CD-05C3-235E79454A0D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3639F99-014A-1317-EAA8-8660CC733D30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37D2CF64-98D7-5D72-9FA8-1995138A054A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6BBED6-793B-2FA9-FD63-9828F4B94ABA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ADE772CA-05CD-13EA-3B90-F92BA56D0A6C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A2C6F580-37A4-4233-70C3-1580164E4733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FB2456-8A6A-C682-BD76-7D4B65CD5703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C073E301-21D0-6CE2-4557-213C775F8E1B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D9B40028-3226-72F2-A52B-7E71CDA6264B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C6DF17D-D99C-7D7C-2B61-2297B9467CC8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BAE3AE85-4810-361D-67FD-73E8242CBCE1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7154E3B-9F3B-324A-43DA-A3EE6569953B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0B6331EF-C922-E6E1-4382-1609A56DDDF0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798BF04-C07E-EFDF-179F-0F25F9EE2737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6B2B9617-BCF5-5EF0-8B7E-A1620323BACF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99D7E38E-2F81-A175-E5AC-D0D8B75020C9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63398C9E-911E-C96E-CE84-E07E50B22C55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4F562807-8F4D-424A-7041-0519E9EEE97A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B858C585-CF27-5992-3D75-B81BDC6AD22D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CF8473D4-5A12-A16B-2C44-CAAA59D72D78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98BA23BE-65AB-C7A8-F080-C8FDF6F62960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1560C105-0FF6-FDF2-E9A5-3A0DB856B60B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03FB973E-8325-0B11-F182-466D97B523AC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FD1C4EC-5036-E478-AA76-9B6648CDF1CC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485211BD-27B4-EBB5-6F4C-35511EE2B455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2481E98-80F0-9666-2815-ED050B0295BB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DAD7A9E1-682A-A00F-0DBF-D869AC00F086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0D2632E3-726A-AB65-0935-1280B5F4E70F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98D1EA5-D22A-248B-351A-25F56796E614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12D20B09-2018-5AFC-11E1-5EE74EE265EB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42948-78EB-FF61-2FDA-9100578A8237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3</a:t>
            </a:r>
          </a:p>
        </p:txBody>
      </p:sp>
    </p:spTree>
    <p:extLst>
      <p:ext uri="{BB962C8B-B14F-4D97-AF65-F5344CB8AC3E}">
        <p14:creationId xmlns:p14="http://schemas.microsoft.com/office/powerpoint/2010/main" val="239887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C588-4DED-B3C1-E71F-821C9267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FFEC1E-ABB7-2247-C5D7-4A9380647898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860A9AE-89F7-C089-758D-06819CC773E6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C725A4-24E3-17F3-3697-696B7DC322FD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1771626-6E61-1F8A-8CED-0DE857CA4D0F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FBEDB-B8BC-7542-BDED-9F2A2D8F50C6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B7573F22-C307-CEAE-1FE3-7A64041F90D6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C9EFD9-739C-5C00-5D68-58541BA50C86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5E3C71-D8AA-72B3-76CB-F520CFE3C401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D18C8475-6BCD-5516-76A1-E5241663E674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3789AF2-5D71-3B0C-A9FF-0A8BC2B22357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4C98B15-0CFB-4E92-1E4D-AD2A74CF9167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17FF227-1DFD-BC88-3D12-D854E66A3A68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950E02-DE86-A1F3-5856-A2275B4AF4C3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21A06312-D1AB-DDAB-9404-55CB662AE001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5E1958-AD3E-40EF-8BB6-FA8B67FF17AC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EB3EA56-34F9-54BF-F0D3-EA28920FCF31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4CBDF0A-50B6-744F-5BF1-DD5C75BEFF00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52D6C4FE-75DE-913B-AC51-B650928700B5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86B3D86-4E5B-10AA-04B9-1D0CDE954559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30E4154-39B7-E50E-5BD8-B35ABB925D42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E35371C0-5070-4CA1-C390-7373D3180678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0CA1AB-F6A7-A4AB-5D49-97CC207FF957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778CAB9-9A5F-3813-DBDF-C613BBFA8A8C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1CE278-1D3D-2BE7-F43C-5E2A5E257544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C02A8D84-8927-CC7A-1EF8-541A136FA532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A4AA749-C2D2-6C6A-0CAF-7D68E93514E8}"/>
              </a:ext>
            </a:extLst>
          </p:cNvPr>
          <p:cNvSpPr>
            <a:spLocks noGrp="1"/>
          </p:cNvSpPr>
          <p:nvPr/>
        </p:nvSpPr>
        <p:spPr>
          <a:xfrm>
            <a:off x="14375131" y="11017569"/>
            <a:ext cx="666750" cy="190500"/>
          </a:xfrm>
          <a:custGeom>
            <a:avLst/>
            <a:gdLst/>
            <a:ahLst/>
            <a:cxnLst/>
            <a:rect l="0" t="0" r="0" b="0"/>
            <a:pathLst>
              <a:path w="666750" h="190500">
                <a:moveTo>
                  <a:pt x="666750" y="0"/>
                </a:moveTo>
                <a:lnTo>
                  <a:pt x="666750" y="190500"/>
                </a:lnTo>
                <a:lnTo>
                  <a:pt x="0" y="1905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2B92C7-EB76-4EAD-5CEA-4DD1ED79C37F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75351259-65FD-D6C3-0FFD-CFB232903CDF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C47AE8-3171-67DB-1990-20B139693AE6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C15033-18C0-6936-B4D1-893805873B64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D980FB69-8BB3-E943-55C3-62CE3DC7F2CA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A2DA7F7-8AFE-4AC8-D5DE-349545E66EE1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993A78E-1811-767B-7B9E-085317EA70CB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BF1EFE6F-8C1F-B226-08EB-3DDE2471289B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064A320-8987-AC26-20DE-6C00F3C43017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742819E-C681-3E7D-13B0-5AE7963B3598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26108C1-31F5-2D06-D7DD-0F25C4FAA2AF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FB53389-69AA-CCF5-0A46-91DF3F525A4A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9515E41C-A004-6AFD-0211-0B2D3D002517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54F1BAA-4803-D291-AA0E-35E7DD756191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EED1EA5-F8BE-EA4E-473E-77BB1C180310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A1ABD59-A3A5-D4B3-0B4E-3EC2B977DC5E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9A7C2177-EB1E-F39F-26A6-29322B3A4384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0636B83-030D-91C9-CCBD-8119C9CF1D90}"/>
              </a:ext>
            </a:extLst>
          </p:cNvPr>
          <p:cNvSpPr>
            <a:spLocks noGrp="1"/>
          </p:cNvSpPr>
          <p:nvPr/>
        </p:nvSpPr>
        <p:spPr>
          <a:xfrm>
            <a:off x="10755632" y="9836474"/>
            <a:ext cx="1524000" cy="428625"/>
          </a:xfrm>
          <a:custGeom>
            <a:avLst/>
            <a:gdLst/>
            <a:ahLst/>
            <a:cxnLst/>
            <a:rect l="0" t="0" r="0" b="0"/>
            <a:pathLst>
              <a:path w="1524000" h="428625">
                <a:moveTo>
                  <a:pt x="1524000" y="428625"/>
                </a:moveTo>
                <a:lnTo>
                  <a:pt x="1524000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220B2AE-1737-D448-5B8B-F51E8A635D07}"/>
              </a:ext>
            </a:extLst>
          </p:cNvPr>
          <p:cNvSpPr>
            <a:spLocks noGrp="1"/>
          </p:cNvSpPr>
          <p:nvPr/>
        </p:nvSpPr>
        <p:spPr>
          <a:xfrm>
            <a:off x="11898633" y="102650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udget">
            <a:extLst>
              <a:ext uri="{FF2B5EF4-FFF2-40B4-BE49-F238E27FC236}">
                <a16:creationId xmlns:a16="http://schemas.microsoft.com/office/drawing/2014/main" id="{BA093839-CB19-CA32-3F6A-6ADBEFC4BDFA}"/>
              </a:ext>
            </a:extLst>
          </p:cNvPr>
          <p:cNvSpPr>
            <a:spLocks noGrp="1"/>
          </p:cNvSpPr>
          <p:nvPr/>
        </p:nvSpPr>
        <p:spPr>
          <a:xfrm>
            <a:off x="12021505" y="103212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C43BED5-65DE-60CE-8A50-6C55FA34766B}"/>
              </a:ext>
            </a:extLst>
          </p:cNvPr>
          <p:cNvSpPr>
            <a:spLocks noGrp="1"/>
          </p:cNvSpPr>
          <p:nvPr/>
        </p:nvSpPr>
        <p:spPr>
          <a:xfrm>
            <a:off x="12660635" y="10407971"/>
            <a:ext cx="1046797" cy="800100"/>
          </a:xfrm>
          <a:custGeom>
            <a:avLst/>
            <a:gdLst/>
            <a:ahLst/>
            <a:cxnLst/>
            <a:rect l="0" t="0" r="0" b="0"/>
            <a:pathLst>
              <a:path w="1046797" h="800100">
                <a:moveTo>
                  <a:pt x="1046797" y="800100"/>
                </a:moveTo>
                <a:lnTo>
                  <a:pt x="571500" y="80010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2F75C1F-6BCD-3480-F3F3-B6AE57CEA9EA}"/>
              </a:ext>
            </a:extLst>
          </p:cNvPr>
          <p:cNvSpPr>
            <a:spLocks noGrp="1"/>
          </p:cNvSpPr>
          <p:nvPr/>
        </p:nvSpPr>
        <p:spPr>
          <a:xfrm>
            <a:off x="13686003" y="1116521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9507CD6-E52F-C6BE-812D-DE81901C2545}"/>
              </a:ext>
            </a:extLst>
          </p:cNvPr>
          <p:cNvSpPr>
            <a:spLocks noGrp="1"/>
          </p:cNvSpPr>
          <p:nvPr/>
        </p:nvSpPr>
        <p:spPr>
          <a:xfrm>
            <a:off x="13803635" y="10922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anaged">
            <a:extLst>
              <a:ext uri="{FF2B5EF4-FFF2-40B4-BE49-F238E27FC236}">
                <a16:creationId xmlns:a16="http://schemas.microsoft.com/office/drawing/2014/main" id="{28BF77D6-CE0E-9A63-B36A-1B2EA364295A}"/>
              </a:ext>
            </a:extLst>
          </p:cNvPr>
          <p:cNvSpPr>
            <a:spLocks noGrp="1"/>
          </p:cNvSpPr>
          <p:nvPr/>
        </p:nvSpPr>
        <p:spPr>
          <a:xfrm>
            <a:off x="13880786" y="11148060"/>
            <a:ext cx="4038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managed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D15A893-4FED-408D-1FBF-91DBC1F0A64E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56DE114-A5B9-F30F-993C-DD89598E7FF4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F14F3B-021F-22A5-CF44-C686E0F91A39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CC203954-6851-6FBA-7EAE-8E0D5645509C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C964EC78-CCFC-B49F-FD48-D9910AE7CD1A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4092A62B-A3E5-5F91-F9CA-400FA2C65276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8B49A54-60CB-4F32-D998-2CE9D5F541B1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7C503F1-B171-9692-3B84-E4BD29EB0547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44F1783F-0F76-511B-7AED-8E78FD1D0137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6075CFBE-E0AA-89E6-0A88-BBD11F08C811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6780116-FD1C-D3B0-5160-83276F7C63E1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362BB6E8-DB1C-E224-3E28-9F743482C5A6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D9191E30-D008-EFBB-EC4F-4DE4BE18F998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018A7FCF-A642-4569-04A1-751823C4072D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09C072DA-D069-4AE3-4545-9862CA5F6247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4F10A035-D552-2F2C-7D7C-091906CD3A93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85A6AB52-A38D-4390-BDDC-97F634C99D09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601D668-77B1-C8D5-30D6-C3F16D3E0F73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5AEFBC3D-D5D3-8EAA-99F4-B256E8169E3D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3305333A-A062-756D-8E29-08865647C480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AAD31702-3C6D-0497-A1BF-3628E9C47653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E95EA75D-32A7-ED8B-A368-7E736C9F5DEA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9CD75BE6-EE9A-B4DC-62AF-B0670B0042B8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C395ADF8-0122-1EE9-C46F-9C7B5C498C51}"/>
              </a:ext>
            </a:extLst>
          </p:cNvPr>
          <p:cNvSpPr>
            <a:spLocks noGrp="1"/>
          </p:cNvSpPr>
          <p:nvPr/>
        </p:nvSpPr>
        <p:spPr>
          <a:xfrm>
            <a:off x="10469885" y="8160072"/>
            <a:ext cx="95" cy="1390650"/>
          </a:xfrm>
          <a:custGeom>
            <a:avLst/>
            <a:gdLst/>
            <a:ahLst/>
            <a:cxnLst/>
            <a:rect l="0" t="0" r="0" b="0"/>
            <a:pathLst>
              <a:path w="95" h="1390650">
                <a:moveTo>
                  <a:pt x="0" y="13906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C135E1A6-919C-738D-6A57-B26C299E6BE7}"/>
              </a:ext>
            </a:extLst>
          </p:cNvPr>
          <p:cNvSpPr>
            <a:spLocks noGrp="1"/>
          </p:cNvSpPr>
          <p:nvPr/>
        </p:nvSpPr>
        <p:spPr>
          <a:xfrm>
            <a:off x="10184134" y="9550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unded">
            <a:extLst>
              <a:ext uri="{FF2B5EF4-FFF2-40B4-BE49-F238E27FC236}">
                <a16:creationId xmlns:a16="http://schemas.microsoft.com/office/drawing/2014/main" id="{11A653C6-F02A-06FE-7A0B-80B5EA33DF2D}"/>
              </a:ext>
            </a:extLst>
          </p:cNvPr>
          <p:cNvSpPr>
            <a:spLocks noGrp="1"/>
          </p:cNvSpPr>
          <p:nvPr/>
        </p:nvSpPr>
        <p:spPr>
          <a:xfrm>
            <a:off x="10211756" y="97497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0925D3BB-D411-5489-C1AB-4CE2D9220AF8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B79FDE9D-3370-94D7-21F7-25456C31BCCB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20EBBDB5-5D57-9096-B486-220F7B0D9637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B5CC3A80-8CD9-A048-E29E-9108780DB517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97FA61F-E045-3468-CAAE-F4FF675B5A1E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81983CA5-5963-78FD-3F6D-6EAC57BD71BD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B896405-DFBC-4702-3208-A546251BEF8A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F1DF031D-A17A-C83A-CF0A-EB4FE670A1FD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49A4951D-0304-AC7B-6671-7AB28984CEC7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28051091-CFBF-F5E0-8EC6-64BC75A02DAF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3E22C641-54EA-6935-F318-512EDDD98AB6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E54B6-7476-B772-EDE4-523FE53245E2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4</a:t>
            </a:r>
          </a:p>
        </p:txBody>
      </p:sp>
    </p:spTree>
    <p:extLst>
      <p:ext uri="{BB962C8B-B14F-4D97-AF65-F5344CB8AC3E}">
        <p14:creationId xmlns:p14="http://schemas.microsoft.com/office/powerpoint/2010/main" val="156642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FFCF-C8A5-2737-E70F-332DACC2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C18EFE-8E39-214B-2570-6BF6DFCCFFF6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6A2221F-2B34-A4EC-8740-4F13094F35B2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92B981-5066-F103-3AA8-E83D2F1C18B5}"/>
              </a:ext>
            </a:extLst>
          </p:cNvPr>
          <p:cNvSpPr>
            <a:spLocks noGrp="1"/>
          </p:cNvSpPr>
          <p:nvPr/>
        </p:nvSpPr>
        <p:spPr>
          <a:xfrm>
            <a:off x="14089381" y="3492821"/>
            <a:ext cx="3238" cy="4229100"/>
          </a:xfrm>
          <a:custGeom>
            <a:avLst/>
            <a:gdLst/>
            <a:ahLst/>
            <a:cxnLst/>
            <a:rect l="0" t="0" r="0" b="0"/>
            <a:pathLst>
              <a:path w="3238" h="4229100">
                <a:moveTo>
                  <a:pt x="0" y="4229100"/>
                </a:moveTo>
                <a:lnTo>
                  <a:pt x="0" y="2114550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B458153-0F5A-362F-17A4-097836B0EDBD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E41D45-AAE7-162C-9B54-3429D7986D37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01CC9-B28D-3935-0A58-A158BA8FC64E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8CF24808-0BBD-7C48-D271-42D8E8E8F4F2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3F199B-7F6A-35E9-C007-4D9C39811F4E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ED515-5BC0-06A2-5E24-FA0DC768072E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34B51E27-5558-FC38-AC0E-88B44C59E09D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40657C8-222D-CEC4-7957-313FAD581FFA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E1A961-D53A-73E3-1387-7D80BE26B7E1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F5321D5-F15A-7270-1D93-554E1EC803B0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E81D76-A50F-B24E-AD52-AFC6BC53FA60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524DF272-904F-FEE7-8E9C-9760621C4958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1B8CF23-87DE-32BF-C5C2-F5E6DB96BE7D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679EDB-5083-B4DC-11F0-7EDFDD45216D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1C97772-7ED7-5D54-3FE5-C1397A865292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7ECE0060-974E-538B-E868-9CD9E0D855F9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06B73BA-9C6A-122B-C6A8-662E8D6DEEE0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45B750E-99E2-DB5D-CC8C-5D96BD620686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F1A4764F-66A1-AB3E-7193-435E57B2DE26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FEDEDA9-9CE9-6F3B-F10D-B6C72FC89C57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A64E5BA-6B0D-964E-11DF-8C7DE8933A46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BC75A7A-11AE-25EF-9631-A7052D547ACE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01BB89C7-FB04-3EFC-BA54-A0E979AD3957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B0AEF49-C346-6E6B-7BA8-F6A3BE104D5F}"/>
              </a:ext>
            </a:extLst>
          </p:cNvPr>
          <p:cNvSpPr>
            <a:spLocks noGrp="1"/>
          </p:cNvSpPr>
          <p:nvPr/>
        </p:nvSpPr>
        <p:spPr>
          <a:xfrm>
            <a:off x="14375131" y="11017569"/>
            <a:ext cx="666750" cy="190500"/>
          </a:xfrm>
          <a:custGeom>
            <a:avLst/>
            <a:gdLst/>
            <a:ahLst/>
            <a:cxnLst/>
            <a:rect l="0" t="0" r="0" b="0"/>
            <a:pathLst>
              <a:path w="666750" h="190500">
                <a:moveTo>
                  <a:pt x="666750" y="0"/>
                </a:moveTo>
                <a:lnTo>
                  <a:pt x="666750" y="190500"/>
                </a:lnTo>
                <a:lnTo>
                  <a:pt x="0" y="1905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C84633-AD92-D536-FA2D-2ECE56F71478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D2C2A3C7-E8E9-7910-09BA-26CF7F670020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4EFD4E0-229E-D6F1-C664-B5C4C1BDF2C0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634154-5569-67CF-6633-78AB3F8C341E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0ED7B71C-9DB2-5AEB-BF93-D9EA6769FAF3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2E25E57-E0CD-ED78-76B2-96145B138EEC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7223A89-0D3D-6AAF-0BEE-81001F896109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B8EDA0E5-9ED4-6F38-E016-626310A77480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D8E6F42-AA43-3F3F-5FCB-F0163B930AF2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4A7662D-6B72-D6DA-D2E3-6226FDA2CDC9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2A23E89-B6C4-84C3-E9A9-B42993FD517D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F3E66A-96C3-AE7F-409D-A47FCA1C4CC8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2B264AAA-B8B7-19EB-6E7F-092CD813F01F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09FBDFD-74D3-E422-92D9-471D2C6057F2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8635C89-7D18-46C7-12BE-6B2B7F4BAC8F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41C076F-C0D1-072F-817C-82752D7AEFBF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DD22CF9F-2821-57E2-D7F6-837F1190C1CD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FBE1EF2-C2C4-D248-69C5-D4CEACB36CDA}"/>
              </a:ext>
            </a:extLst>
          </p:cNvPr>
          <p:cNvSpPr>
            <a:spLocks noGrp="1"/>
          </p:cNvSpPr>
          <p:nvPr/>
        </p:nvSpPr>
        <p:spPr>
          <a:xfrm>
            <a:off x="10755632" y="9836474"/>
            <a:ext cx="1524000" cy="428625"/>
          </a:xfrm>
          <a:custGeom>
            <a:avLst/>
            <a:gdLst/>
            <a:ahLst/>
            <a:cxnLst/>
            <a:rect l="0" t="0" r="0" b="0"/>
            <a:pathLst>
              <a:path w="1524000" h="428625">
                <a:moveTo>
                  <a:pt x="1524000" y="428625"/>
                </a:moveTo>
                <a:lnTo>
                  <a:pt x="1524000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BBCA73-6612-D6C4-E78F-03B65B5E7C2D}"/>
              </a:ext>
            </a:extLst>
          </p:cNvPr>
          <p:cNvSpPr>
            <a:spLocks noGrp="1"/>
          </p:cNvSpPr>
          <p:nvPr/>
        </p:nvSpPr>
        <p:spPr>
          <a:xfrm>
            <a:off x="11898633" y="102650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udget">
            <a:extLst>
              <a:ext uri="{FF2B5EF4-FFF2-40B4-BE49-F238E27FC236}">
                <a16:creationId xmlns:a16="http://schemas.microsoft.com/office/drawing/2014/main" id="{84C47EC8-BDB7-056D-0ACC-DAA63E399281}"/>
              </a:ext>
            </a:extLst>
          </p:cNvPr>
          <p:cNvSpPr>
            <a:spLocks noGrp="1"/>
          </p:cNvSpPr>
          <p:nvPr/>
        </p:nvSpPr>
        <p:spPr>
          <a:xfrm>
            <a:off x="12021505" y="103212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2B52CF0-2133-821E-E44B-3BCCF92C8D39}"/>
              </a:ext>
            </a:extLst>
          </p:cNvPr>
          <p:cNvSpPr>
            <a:spLocks noGrp="1"/>
          </p:cNvSpPr>
          <p:nvPr/>
        </p:nvSpPr>
        <p:spPr>
          <a:xfrm>
            <a:off x="12660635" y="10407971"/>
            <a:ext cx="1046797" cy="800100"/>
          </a:xfrm>
          <a:custGeom>
            <a:avLst/>
            <a:gdLst/>
            <a:ahLst/>
            <a:cxnLst/>
            <a:rect l="0" t="0" r="0" b="0"/>
            <a:pathLst>
              <a:path w="1046797" h="800100">
                <a:moveTo>
                  <a:pt x="1046797" y="800100"/>
                </a:moveTo>
                <a:lnTo>
                  <a:pt x="571500" y="80010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6326A07-8C74-F465-7BCA-4E35591754D8}"/>
              </a:ext>
            </a:extLst>
          </p:cNvPr>
          <p:cNvSpPr>
            <a:spLocks noGrp="1"/>
          </p:cNvSpPr>
          <p:nvPr/>
        </p:nvSpPr>
        <p:spPr>
          <a:xfrm>
            <a:off x="13686003" y="1116521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A4194F2-D6E0-CDA7-E1BD-0B6AC35E79BD}"/>
              </a:ext>
            </a:extLst>
          </p:cNvPr>
          <p:cNvSpPr>
            <a:spLocks noGrp="1"/>
          </p:cNvSpPr>
          <p:nvPr/>
        </p:nvSpPr>
        <p:spPr>
          <a:xfrm>
            <a:off x="13803635" y="10922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anaged">
            <a:extLst>
              <a:ext uri="{FF2B5EF4-FFF2-40B4-BE49-F238E27FC236}">
                <a16:creationId xmlns:a16="http://schemas.microsoft.com/office/drawing/2014/main" id="{9C830E71-0317-6CE6-E069-7AF783A58AEF}"/>
              </a:ext>
            </a:extLst>
          </p:cNvPr>
          <p:cNvSpPr>
            <a:spLocks noGrp="1"/>
          </p:cNvSpPr>
          <p:nvPr/>
        </p:nvSpPr>
        <p:spPr>
          <a:xfrm>
            <a:off x="13880786" y="11148060"/>
            <a:ext cx="4038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managed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2B0FD49-0B22-CF53-D91C-45CE717F83F9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1EF909C-791E-4D2D-CB45-F2E99157F7D3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9CFD4B-66D8-189A-D456-7A3A6249F0B3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07C5F609-C0D5-092F-E114-CD6FF59330F9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9A84E32A-0F89-9C98-6A2F-98010061ED39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D6DCCA4A-5A41-A28B-1D46-25BD94C0BBF3}"/>
              </a:ext>
            </a:extLst>
          </p:cNvPr>
          <p:cNvSpPr>
            <a:spLocks noGrp="1"/>
          </p:cNvSpPr>
          <p:nvPr/>
        </p:nvSpPr>
        <p:spPr>
          <a:xfrm>
            <a:off x="10473122" y="2941320"/>
            <a:ext cx="95" cy="122872"/>
          </a:xfrm>
          <a:custGeom>
            <a:avLst/>
            <a:gdLst/>
            <a:ahLst/>
            <a:cxnLst/>
            <a:rect l="0" t="0" r="0" b="0"/>
            <a:pathLst>
              <a:path w="95" h="122872">
                <a:moveTo>
                  <a:pt x="0" y="122872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20CE832-94B5-2D68-8554-F4AB85A54FA1}"/>
              </a:ext>
            </a:extLst>
          </p:cNvPr>
          <p:cNvSpPr>
            <a:spLocks noGrp="1"/>
          </p:cNvSpPr>
          <p:nvPr/>
        </p:nvSpPr>
        <p:spPr>
          <a:xfrm>
            <a:off x="10430262" y="287703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42863" y="64294"/>
                </a:lnTo>
                <a:lnTo>
                  <a:pt x="0" y="8572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7E01A49-A5AA-6E83-B534-E8F9EF9333B8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F54AABBD-BCDC-0864-7198-E5ABEFCC7E66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2DB31FB-1529-FE22-3AA3-6AB46FC7984C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E55E34C6-C4C5-00E4-D2B9-5792298E4071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A0918B2F-E8B4-9549-0D7F-F2341177E77D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0DC277F-7232-3C04-BEE9-8FB47E8DFA59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5110E5AF-5917-15EF-8B0A-779D2601EA61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1133FB9-B7AA-E681-477A-B973A27CE773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FDE9BEF8-407D-E93C-B712-FC3E923E940D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F7952D9A-C684-45B3-3BE6-4950D4530A37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72A50B1-E7FF-D307-9B0A-D334AE38CF60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58FA6D56-122F-09ED-9AEC-5B49947614E7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B8AEE4A-A48C-ECB8-DA91-3D60D53AD3B4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72DBD18A-9E65-1511-134F-17A5CC00B3B7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AF953D5F-0F76-6F84-5BC5-64CE8BAA9295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01924344-BB5C-E612-0A16-5A2038F96E01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671A45D8-FD01-02CD-36C5-2FD0A1778739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5387D4BD-D873-E19F-2395-A1057D773119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63E64D7-2975-E25B-F301-3AD979B138F9}"/>
              </a:ext>
            </a:extLst>
          </p:cNvPr>
          <p:cNvSpPr>
            <a:spLocks noGrp="1"/>
          </p:cNvSpPr>
          <p:nvPr/>
        </p:nvSpPr>
        <p:spPr>
          <a:xfrm>
            <a:off x="10469885" y="8160072"/>
            <a:ext cx="95" cy="1390650"/>
          </a:xfrm>
          <a:custGeom>
            <a:avLst/>
            <a:gdLst/>
            <a:ahLst/>
            <a:cxnLst/>
            <a:rect l="0" t="0" r="0" b="0"/>
            <a:pathLst>
              <a:path w="95" h="1390650">
                <a:moveTo>
                  <a:pt x="0" y="13906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DCF4CA9-272F-7FBE-4CD2-3336E337F402}"/>
              </a:ext>
            </a:extLst>
          </p:cNvPr>
          <p:cNvSpPr>
            <a:spLocks noGrp="1"/>
          </p:cNvSpPr>
          <p:nvPr/>
        </p:nvSpPr>
        <p:spPr>
          <a:xfrm>
            <a:off x="10184134" y="9550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unded">
            <a:extLst>
              <a:ext uri="{FF2B5EF4-FFF2-40B4-BE49-F238E27FC236}">
                <a16:creationId xmlns:a16="http://schemas.microsoft.com/office/drawing/2014/main" id="{48116031-22B7-39D9-B163-1859164F53FB}"/>
              </a:ext>
            </a:extLst>
          </p:cNvPr>
          <p:cNvSpPr>
            <a:spLocks noGrp="1"/>
          </p:cNvSpPr>
          <p:nvPr/>
        </p:nvSpPr>
        <p:spPr>
          <a:xfrm>
            <a:off x="10211756" y="97497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8BFD108-1274-B344-5AFD-CF720D9F04AF}"/>
              </a:ext>
            </a:extLst>
          </p:cNvPr>
          <p:cNvSpPr>
            <a:spLocks noGrp="1"/>
          </p:cNvSpPr>
          <p:nvPr/>
        </p:nvSpPr>
        <p:spPr>
          <a:xfrm>
            <a:off x="10092121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equipment">
            <a:extLst>
              <a:ext uri="{FF2B5EF4-FFF2-40B4-BE49-F238E27FC236}">
                <a16:creationId xmlns:a16="http://schemas.microsoft.com/office/drawing/2014/main" id="{003CBE08-81C1-5573-6946-9F06F082A960}"/>
              </a:ext>
            </a:extLst>
          </p:cNvPr>
          <p:cNvSpPr>
            <a:spLocks noGrp="1"/>
          </p:cNvSpPr>
          <p:nvPr/>
        </p:nvSpPr>
        <p:spPr>
          <a:xfrm>
            <a:off x="10109839" y="18326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89" name="model">
            <a:extLst>
              <a:ext uri="{FF2B5EF4-FFF2-40B4-BE49-F238E27FC236}">
                <a16:creationId xmlns:a16="http://schemas.microsoft.com/office/drawing/2014/main" id="{A6777D30-2326-D2CE-8488-DCB665F075F1}"/>
              </a:ext>
            </a:extLst>
          </p:cNvPr>
          <p:cNvSpPr>
            <a:spLocks noGrp="1"/>
          </p:cNvSpPr>
          <p:nvPr/>
        </p:nvSpPr>
        <p:spPr>
          <a:xfrm>
            <a:off x="10258432" y="1969771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6E005BFA-7E52-0231-4500-2306344CF511}"/>
              </a:ext>
            </a:extLst>
          </p:cNvPr>
          <p:cNvSpPr>
            <a:spLocks noGrp="1"/>
          </p:cNvSpPr>
          <p:nvPr/>
        </p:nvSpPr>
        <p:spPr>
          <a:xfrm>
            <a:off x="10473122" y="2130746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947CAC0-5851-29A9-F285-29D32EF9603F}"/>
              </a:ext>
            </a:extLst>
          </p:cNvPr>
          <p:cNvSpPr>
            <a:spLocks noGrp="1"/>
          </p:cNvSpPr>
          <p:nvPr/>
        </p:nvSpPr>
        <p:spPr>
          <a:xfrm>
            <a:off x="10187372" y="22736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orrespond">
            <a:extLst>
              <a:ext uri="{FF2B5EF4-FFF2-40B4-BE49-F238E27FC236}">
                <a16:creationId xmlns:a16="http://schemas.microsoft.com/office/drawing/2014/main" id="{E3A8A89B-7092-215A-8CA5-39361D9BD9B6}"/>
              </a:ext>
            </a:extLst>
          </p:cNvPr>
          <p:cNvSpPr>
            <a:spLocks noGrp="1"/>
          </p:cNvSpPr>
          <p:nvPr/>
        </p:nvSpPr>
        <p:spPr>
          <a:xfrm>
            <a:off x="10103647" y="2479363"/>
            <a:ext cx="73818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correspond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9CAEAD2C-5994-97EE-8910-7557B31B23DA}"/>
              </a:ext>
            </a:extLst>
          </p:cNvPr>
          <p:cNvSpPr>
            <a:spLocks noGrp="1"/>
          </p:cNvSpPr>
          <p:nvPr/>
        </p:nvSpPr>
        <p:spPr>
          <a:xfrm>
            <a:off x="10854121" y="3207071"/>
            <a:ext cx="2892076" cy="95"/>
          </a:xfrm>
          <a:custGeom>
            <a:avLst/>
            <a:gdLst/>
            <a:ahLst/>
            <a:cxnLst/>
            <a:rect l="0" t="0" r="0" b="0"/>
            <a:pathLst>
              <a:path w="2892076" h="95">
                <a:moveTo>
                  <a:pt x="2892076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4C74EF6-A95F-651A-B0A8-BB7747F5622F}"/>
              </a:ext>
            </a:extLst>
          </p:cNvPr>
          <p:cNvSpPr>
            <a:spLocks noGrp="1"/>
          </p:cNvSpPr>
          <p:nvPr/>
        </p:nvSpPr>
        <p:spPr>
          <a:xfrm>
            <a:off x="13729529" y="317373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A982B6C-5CAC-5BA1-733E-2AE13ACAAC3A}"/>
              </a:ext>
            </a:extLst>
          </p:cNvPr>
          <p:cNvSpPr>
            <a:spLocks noGrp="1"/>
          </p:cNvSpPr>
          <p:nvPr/>
        </p:nvSpPr>
        <p:spPr>
          <a:xfrm>
            <a:off x="1380687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uses">
            <a:extLst>
              <a:ext uri="{FF2B5EF4-FFF2-40B4-BE49-F238E27FC236}">
                <a16:creationId xmlns:a16="http://schemas.microsoft.com/office/drawing/2014/main" id="{32352CB3-DB71-BE80-3A49-F8CA3E8AC42E}"/>
              </a:ext>
            </a:extLst>
          </p:cNvPr>
          <p:cNvSpPr>
            <a:spLocks noGrp="1"/>
          </p:cNvSpPr>
          <p:nvPr/>
        </p:nvSpPr>
        <p:spPr>
          <a:xfrm>
            <a:off x="13915073" y="3120392"/>
            <a:ext cx="35433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1E7A416A-0837-02B4-77EC-FDFD52410108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3B0659C2-A640-1114-6F71-5981EDC57814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678EEBE2-DDA4-D094-1676-302B2B4ABEC5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7F348D7B-E522-C4D2-3304-EEA2B20A1A60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7DC3F3C-1E9A-D3C5-6CD1-DC8E966F483B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6AF35A14-B9C0-9ECD-EA8D-EED77BC0965B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3B385CD-882A-A59C-C4E1-57783436B077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6585ED87-3D23-E181-B396-90DC8D3B6A0B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48BC686C-3CD6-602A-9530-0603A655C8C1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D3997A3F-CCE9-8CBD-8694-0CD05362B29C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4C1BE0B1-5299-6ED8-888D-CBA640CA310D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444E61-E7F3-2D6B-E571-F4BE5D9299DA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5</a:t>
            </a:r>
          </a:p>
        </p:txBody>
      </p:sp>
    </p:spTree>
    <p:extLst>
      <p:ext uri="{BB962C8B-B14F-4D97-AF65-F5344CB8AC3E}">
        <p14:creationId xmlns:p14="http://schemas.microsoft.com/office/powerpoint/2010/main" val="342460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1AA0-48E5-9109-4696-F5A0B639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2FEB1E-A850-FA90-9679-61F7B6DB2F8B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57D240D-4D81-8C41-73E9-89920D9A669D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2FC267-D9BE-907B-6B38-F0C4AF68388F}"/>
              </a:ext>
            </a:extLst>
          </p:cNvPr>
          <p:cNvSpPr>
            <a:spLocks noGrp="1"/>
          </p:cNvSpPr>
          <p:nvPr/>
        </p:nvSpPr>
        <p:spPr>
          <a:xfrm>
            <a:off x="14089381" y="3492821"/>
            <a:ext cx="3238" cy="4229100"/>
          </a:xfrm>
          <a:custGeom>
            <a:avLst/>
            <a:gdLst/>
            <a:ahLst/>
            <a:cxnLst/>
            <a:rect l="0" t="0" r="0" b="0"/>
            <a:pathLst>
              <a:path w="3238" h="4229100">
                <a:moveTo>
                  <a:pt x="0" y="4229100"/>
                </a:moveTo>
                <a:lnTo>
                  <a:pt x="0" y="2114550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1C45C3F-FC9F-9B58-B366-E71B7A03BCC1}"/>
              </a:ext>
            </a:extLst>
          </p:cNvPr>
          <p:cNvSpPr>
            <a:spLocks noGrp="1"/>
          </p:cNvSpPr>
          <p:nvPr/>
        </p:nvSpPr>
        <p:spPr>
          <a:xfrm>
            <a:off x="14470381" y="3064197"/>
            <a:ext cx="3238" cy="4657725"/>
          </a:xfrm>
          <a:custGeom>
            <a:avLst/>
            <a:gdLst/>
            <a:ahLst/>
            <a:cxnLst/>
            <a:rect l="0" t="0" r="0" b="0"/>
            <a:pathLst>
              <a:path w="3238" h="4657725">
                <a:moveTo>
                  <a:pt x="0" y="4657725"/>
                </a:moveTo>
                <a:lnTo>
                  <a:pt x="0" y="2328863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4834C96-7A43-85BB-90B6-BD8C9593BADB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DC6B99-B4B2-E70A-57AA-4C9A12AE8780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DCBD03-1829-6923-F3EE-0A717CC12F67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B16B0EFA-D36D-E1C2-9A85-9EF47550AA62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90080CB-50CF-7C2D-AC47-760BBA36C056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051B7B-FAC4-0F38-FD87-F140198A3AF3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C688A67E-33A1-C985-DD68-02670E61F546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59835-F023-295B-1EB6-BF140737F61C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5F5F5E2-76FF-C289-002C-D9A192A07E05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CE2FBA5-2E33-2A41-A51C-2138BA96C266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4588EE-3BEF-314F-61DD-3215411CBAEE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5D6E3E79-8B10-055A-EEC9-0FA8B3D96D85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CD6D505-53B5-4678-B620-ECE4DC31D1E8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FC52245-6BDD-2432-DA5D-4A887CB57C09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1BA43BD-2D27-8F6A-332D-4EAFD8BAE438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34989158-5E45-1137-3235-11DDA377E7B6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0960E75-CEE7-EC2C-2823-EE9AEC283F7D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681368-90B5-1D6D-CA8F-8C61AC74A921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4F8152C5-9499-9CE3-83FD-3F24C6357750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16E3EF6-01DE-B393-019F-04E95CAB1DAB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C6F06D1-E4D3-700F-CB1B-D3E303B05F3F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81974B2-ED35-538E-89EB-8C61C414DECD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9304C67C-FE60-A8C5-B6B8-D126DB4FB2A8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752EE3A-737B-613D-9E8B-091A7A89E43E}"/>
              </a:ext>
            </a:extLst>
          </p:cNvPr>
          <p:cNvSpPr>
            <a:spLocks noGrp="1"/>
          </p:cNvSpPr>
          <p:nvPr/>
        </p:nvSpPr>
        <p:spPr>
          <a:xfrm>
            <a:off x="14375131" y="11017569"/>
            <a:ext cx="666750" cy="190500"/>
          </a:xfrm>
          <a:custGeom>
            <a:avLst/>
            <a:gdLst/>
            <a:ahLst/>
            <a:cxnLst/>
            <a:rect l="0" t="0" r="0" b="0"/>
            <a:pathLst>
              <a:path w="666750" h="190500">
                <a:moveTo>
                  <a:pt x="666750" y="0"/>
                </a:moveTo>
                <a:lnTo>
                  <a:pt x="666750" y="190500"/>
                </a:lnTo>
                <a:lnTo>
                  <a:pt x="0" y="1905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434DAE-7449-8EFD-CAEB-F65461700F8A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10FFAC2A-AC19-9506-3A03-062E11BDFB32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65039C1-287E-DF78-65BF-25864162FD2F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FB7BA4-0CC4-7541-50C0-B4DA1C3F71FB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E2EDF6C0-4251-73F4-06BE-88DFA6B811C6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DA75A21-26D8-B353-0688-F985AD179FF4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C3693AA-54FB-19C2-8E49-19AFB541AA2D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23BBA3E7-D628-8F43-ADC0-62ED0ED46EE2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10C1973-329E-0E36-C7BF-10B55D602453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C2ED413-D81A-EBFC-5F49-9A03A95F48C3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0726BCC-F237-7A3C-126E-137EC6517EEB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C1238E2-6F46-41D6-F497-975CFA0ED9B7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6BFA44C2-3471-BA26-8708-D017BCA15B80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E5D1A84-4624-65BB-095C-C8836D77BEEB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1F04173-9848-E365-3843-D71C119A2F86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9FC86CD-A788-3627-6955-B0173260417E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5965CA73-4DEE-B244-66DA-8A9C3B1A0AB0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CD2DF92-3F7C-A236-FC03-EB42F7C5D3A6}"/>
              </a:ext>
            </a:extLst>
          </p:cNvPr>
          <p:cNvSpPr>
            <a:spLocks noGrp="1"/>
          </p:cNvSpPr>
          <p:nvPr/>
        </p:nvSpPr>
        <p:spPr>
          <a:xfrm>
            <a:off x="10755632" y="9836474"/>
            <a:ext cx="1524000" cy="428625"/>
          </a:xfrm>
          <a:custGeom>
            <a:avLst/>
            <a:gdLst/>
            <a:ahLst/>
            <a:cxnLst/>
            <a:rect l="0" t="0" r="0" b="0"/>
            <a:pathLst>
              <a:path w="1524000" h="428625">
                <a:moveTo>
                  <a:pt x="1524000" y="428625"/>
                </a:moveTo>
                <a:lnTo>
                  <a:pt x="1524000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90E614-CAF3-0D2A-4922-8A7B5B6D4768}"/>
              </a:ext>
            </a:extLst>
          </p:cNvPr>
          <p:cNvSpPr>
            <a:spLocks noGrp="1"/>
          </p:cNvSpPr>
          <p:nvPr/>
        </p:nvSpPr>
        <p:spPr>
          <a:xfrm>
            <a:off x="11898633" y="102650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udget">
            <a:extLst>
              <a:ext uri="{FF2B5EF4-FFF2-40B4-BE49-F238E27FC236}">
                <a16:creationId xmlns:a16="http://schemas.microsoft.com/office/drawing/2014/main" id="{7E84D5BF-AF5D-44F5-E9D1-8286CD8060E4}"/>
              </a:ext>
            </a:extLst>
          </p:cNvPr>
          <p:cNvSpPr>
            <a:spLocks noGrp="1"/>
          </p:cNvSpPr>
          <p:nvPr/>
        </p:nvSpPr>
        <p:spPr>
          <a:xfrm>
            <a:off x="12021505" y="103212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FE7CE95-36C7-ED7C-9A89-F02E24C12C35}"/>
              </a:ext>
            </a:extLst>
          </p:cNvPr>
          <p:cNvSpPr>
            <a:spLocks noGrp="1"/>
          </p:cNvSpPr>
          <p:nvPr/>
        </p:nvSpPr>
        <p:spPr>
          <a:xfrm>
            <a:off x="12660635" y="10407971"/>
            <a:ext cx="1046797" cy="800100"/>
          </a:xfrm>
          <a:custGeom>
            <a:avLst/>
            <a:gdLst/>
            <a:ahLst/>
            <a:cxnLst/>
            <a:rect l="0" t="0" r="0" b="0"/>
            <a:pathLst>
              <a:path w="1046797" h="800100">
                <a:moveTo>
                  <a:pt x="1046797" y="800100"/>
                </a:moveTo>
                <a:lnTo>
                  <a:pt x="571500" y="80010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75898D5-929E-399A-3B41-89A76B91EA24}"/>
              </a:ext>
            </a:extLst>
          </p:cNvPr>
          <p:cNvSpPr>
            <a:spLocks noGrp="1"/>
          </p:cNvSpPr>
          <p:nvPr/>
        </p:nvSpPr>
        <p:spPr>
          <a:xfrm>
            <a:off x="13686003" y="1116521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585D282-014E-F35C-CAA3-E56479CFB6CE}"/>
              </a:ext>
            </a:extLst>
          </p:cNvPr>
          <p:cNvSpPr>
            <a:spLocks noGrp="1"/>
          </p:cNvSpPr>
          <p:nvPr/>
        </p:nvSpPr>
        <p:spPr>
          <a:xfrm>
            <a:off x="13803635" y="10922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anaged">
            <a:extLst>
              <a:ext uri="{FF2B5EF4-FFF2-40B4-BE49-F238E27FC236}">
                <a16:creationId xmlns:a16="http://schemas.microsoft.com/office/drawing/2014/main" id="{EC729F9D-0EEE-7D05-E73B-819493264B81}"/>
              </a:ext>
            </a:extLst>
          </p:cNvPr>
          <p:cNvSpPr>
            <a:spLocks noGrp="1"/>
          </p:cNvSpPr>
          <p:nvPr/>
        </p:nvSpPr>
        <p:spPr>
          <a:xfrm>
            <a:off x="13880786" y="11148060"/>
            <a:ext cx="4038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managed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479C47C-F90C-EA5F-4E88-B626E62AEACA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0F09AC8-DE76-110A-2276-75AC5CE9EEED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4800432-C05C-90AE-95B7-87E90AB1DD39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DC025595-F391-554E-3817-10D30CC22522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761A31C5-C965-E1C8-9C0A-19C2BA3B0DCC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2C40D5B-BCDC-CC21-BC4F-E5C3EC5F723B}"/>
              </a:ext>
            </a:extLst>
          </p:cNvPr>
          <p:cNvSpPr>
            <a:spLocks noGrp="1"/>
          </p:cNvSpPr>
          <p:nvPr/>
        </p:nvSpPr>
        <p:spPr>
          <a:xfrm>
            <a:off x="10473122" y="2941320"/>
            <a:ext cx="95" cy="122872"/>
          </a:xfrm>
          <a:custGeom>
            <a:avLst/>
            <a:gdLst/>
            <a:ahLst/>
            <a:cxnLst/>
            <a:rect l="0" t="0" r="0" b="0"/>
            <a:pathLst>
              <a:path w="95" h="122872">
                <a:moveTo>
                  <a:pt x="0" y="122872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2A81DED-B49D-44B4-B909-B907C3EDDC7D}"/>
              </a:ext>
            </a:extLst>
          </p:cNvPr>
          <p:cNvSpPr>
            <a:spLocks noGrp="1"/>
          </p:cNvSpPr>
          <p:nvPr/>
        </p:nvSpPr>
        <p:spPr>
          <a:xfrm>
            <a:off x="10430262" y="287703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42863" y="64294"/>
                </a:lnTo>
                <a:lnTo>
                  <a:pt x="0" y="8572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73C08CF-AA55-8BD7-44FF-B666A54555CD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E6C31A1A-827E-EEE7-F64D-C0094F1DE98B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558CE1-D374-3E92-B8D0-A33F28C5700A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20FE1CEF-CE08-B31A-4A8D-2AD106851C76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C9E73D88-C966-BCFF-5003-E633DA256308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C013515-0239-3BB8-60C7-90AC586058B0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22F6FAF2-101C-CC45-7390-2BD3971E3CF0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0A51461A-5428-E2CE-CA28-79EC24C1242E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DED134F-D972-C572-EABA-C46BF93CD2C1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CC5E2C28-EF2D-E7E9-91BF-CEA977AAF328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56A6B68-7EC9-C13D-78B6-70CA3EB7567C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5979362B-4164-42B3-F441-00DDBF22BE06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58B92C1B-369F-8836-C8A6-87244EC78ECA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A555C2CA-C782-3C55-0165-51E4BFECBC59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0DEDEEF2-1602-FD0B-B73D-D2CA784EC0B7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6BF8828-B148-0DB4-84D7-0376D742E084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F88EB43B-DC23-1E2A-97F7-38662F93455C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A68D423F-65B1-1573-385C-92643C94D3C7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F9B588E-00E5-C781-89F4-12C71AC21FD9}"/>
              </a:ext>
            </a:extLst>
          </p:cNvPr>
          <p:cNvSpPr>
            <a:spLocks noGrp="1"/>
          </p:cNvSpPr>
          <p:nvPr/>
        </p:nvSpPr>
        <p:spPr>
          <a:xfrm>
            <a:off x="10469885" y="8160072"/>
            <a:ext cx="95" cy="1390650"/>
          </a:xfrm>
          <a:custGeom>
            <a:avLst/>
            <a:gdLst/>
            <a:ahLst/>
            <a:cxnLst/>
            <a:rect l="0" t="0" r="0" b="0"/>
            <a:pathLst>
              <a:path w="95" h="1390650">
                <a:moveTo>
                  <a:pt x="0" y="13906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4DD44D4-5768-43FA-A4E3-5F12496D5621}"/>
              </a:ext>
            </a:extLst>
          </p:cNvPr>
          <p:cNvSpPr>
            <a:spLocks noGrp="1"/>
          </p:cNvSpPr>
          <p:nvPr/>
        </p:nvSpPr>
        <p:spPr>
          <a:xfrm>
            <a:off x="10184134" y="9550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unded">
            <a:extLst>
              <a:ext uri="{FF2B5EF4-FFF2-40B4-BE49-F238E27FC236}">
                <a16:creationId xmlns:a16="http://schemas.microsoft.com/office/drawing/2014/main" id="{C474ADC3-7636-C670-97D7-5A918EDA5434}"/>
              </a:ext>
            </a:extLst>
          </p:cNvPr>
          <p:cNvSpPr>
            <a:spLocks noGrp="1"/>
          </p:cNvSpPr>
          <p:nvPr/>
        </p:nvSpPr>
        <p:spPr>
          <a:xfrm>
            <a:off x="10211756" y="97497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FE7458-47F1-9838-3994-D8A47DBF30D1}"/>
              </a:ext>
            </a:extLst>
          </p:cNvPr>
          <p:cNvSpPr>
            <a:spLocks noGrp="1"/>
          </p:cNvSpPr>
          <p:nvPr/>
        </p:nvSpPr>
        <p:spPr>
          <a:xfrm>
            <a:off x="10092121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equipment">
            <a:extLst>
              <a:ext uri="{FF2B5EF4-FFF2-40B4-BE49-F238E27FC236}">
                <a16:creationId xmlns:a16="http://schemas.microsoft.com/office/drawing/2014/main" id="{2F96A755-3867-9D1F-F16E-27CDDE72E457}"/>
              </a:ext>
            </a:extLst>
          </p:cNvPr>
          <p:cNvSpPr>
            <a:spLocks noGrp="1"/>
          </p:cNvSpPr>
          <p:nvPr/>
        </p:nvSpPr>
        <p:spPr>
          <a:xfrm>
            <a:off x="10109839" y="18326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89" name="model">
            <a:extLst>
              <a:ext uri="{FF2B5EF4-FFF2-40B4-BE49-F238E27FC236}">
                <a16:creationId xmlns:a16="http://schemas.microsoft.com/office/drawing/2014/main" id="{8AFC8298-BFF4-233D-0413-7C46E2FD238B}"/>
              </a:ext>
            </a:extLst>
          </p:cNvPr>
          <p:cNvSpPr>
            <a:spLocks noGrp="1"/>
          </p:cNvSpPr>
          <p:nvPr/>
        </p:nvSpPr>
        <p:spPr>
          <a:xfrm>
            <a:off x="10258432" y="1969771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86B5FCAB-102D-DD7B-D6CB-45B07D8F06A6}"/>
              </a:ext>
            </a:extLst>
          </p:cNvPr>
          <p:cNvSpPr>
            <a:spLocks noGrp="1"/>
          </p:cNvSpPr>
          <p:nvPr/>
        </p:nvSpPr>
        <p:spPr>
          <a:xfrm>
            <a:off x="10473122" y="2130746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73D2CD4F-B89C-EE0B-0FDF-077B652AE399}"/>
              </a:ext>
            </a:extLst>
          </p:cNvPr>
          <p:cNvSpPr>
            <a:spLocks noGrp="1"/>
          </p:cNvSpPr>
          <p:nvPr/>
        </p:nvSpPr>
        <p:spPr>
          <a:xfrm>
            <a:off x="10187372" y="22736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orrespond">
            <a:extLst>
              <a:ext uri="{FF2B5EF4-FFF2-40B4-BE49-F238E27FC236}">
                <a16:creationId xmlns:a16="http://schemas.microsoft.com/office/drawing/2014/main" id="{694214FD-19D4-C694-5CDE-3A1766DE8B75}"/>
              </a:ext>
            </a:extLst>
          </p:cNvPr>
          <p:cNvSpPr>
            <a:spLocks noGrp="1"/>
          </p:cNvSpPr>
          <p:nvPr/>
        </p:nvSpPr>
        <p:spPr>
          <a:xfrm>
            <a:off x="10103647" y="2479363"/>
            <a:ext cx="73818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correspond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E93E5558-F846-57D0-255F-935E1CA098EA}"/>
              </a:ext>
            </a:extLst>
          </p:cNvPr>
          <p:cNvSpPr>
            <a:spLocks noGrp="1"/>
          </p:cNvSpPr>
          <p:nvPr/>
        </p:nvSpPr>
        <p:spPr>
          <a:xfrm>
            <a:off x="12667112" y="1987871"/>
            <a:ext cx="1425511" cy="95"/>
          </a:xfrm>
          <a:custGeom>
            <a:avLst/>
            <a:gdLst/>
            <a:ahLst/>
            <a:cxnLst/>
            <a:rect l="0" t="0" r="0" b="0"/>
            <a:pathLst>
              <a:path w="1425511" h="95">
                <a:moveTo>
                  <a:pt x="142551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3017115-2E20-227B-8DDA-3A0FF71C8A90}"/>
              </a:ext>
            </a:extLst>
          </p:cNvPr>
          <p:cNvSpPr>
            <a:spLocks noGrp="1"/>
          </p:cNvSpPr>
          <p:nvPr/>
        </p:nvSpPr>
        <p:spPr>
          <a:xfrm>
            <a:off x="14092622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certification">
            <a:extLst>
              <a:ext uri="{FF2B5EF4-FFF2-40B4-BE49-F238E27FC236}">
                <a16:creationId xmlns:a16="http://schemas.microsoft.com/office/drawing/2014/main" id="{A76A5157-41DD-904F-84ED-F2E1677E7538}"/>
              </a:ext>
            </a:extLst>
          </p:cNvPr>
          <p:cNvSpPr>
            <a:spLocks noGrp="1"/>
          </p:cNvSpPr>
          <p:nvPr/>
        </p:nvSpPr>
        <p:spPr>
          <a:xfrm>
            <a:off x="13961748" y="1901192"/>
            <a:ext cx="102298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certification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85D0192F-3927-41D7-D6BD-8E01526D3A54}"/>
              </a:ext>
            </a:extLst>
          </p:cNvPr>
          <p:cNvSpPr>
            <a:spLocks noGrp="1"/>
          </p:cNvSpPr>
          <p:nvPr/>
        </p:nvSpPr>
        <p:spPr>
          <a:xfrm>
            <a:off x="14473622" y="2130743"/>
            <a:ext cx="95" cy="361950"/>
          </a:xfrm>
          <a:custGeom>
            <a:avLst/>
            <a:gdLst/>
            <a:ahLst/>
            <a:cxnLst/>
            <a:rect l="0" t="0" r="0" b="0"/>
            <a:pathLst>
              <a:path w="9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27A1CFB-DC92-91CE-53F4-CEEBE16001EF}"/>
              </a:ext>
            </a:extLst>
          </p:cNvPr>
          <p:cNvSpPr>
            <a:spLocks noGrp="1"/>
          </p:cNvSpPr>
          <p:nvPr/>
        </p:nvSpPr>
        <p:spPr>
          <a:xfrm>
            <a:off x="14187872" y="249269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holds">
            <a:extLst>
              <a:ext uri="{FF2B5EF4-FFF2-40B4-BE49-F238E27FC236}">
                <a16:creationId xmlns:a16="http://schemas.microsoft.com/office/drawing/2014/main" id="{B70D100B-23D2-1561-6ABA-A2DAD97C6422}"/>
              </a:ext>
            </a:extLst>
          </p:cNvPr>
          <p:cNvSpPr>
            <a:spLocks noGrp="1"/>
          </p:cNvSpPr>
          <p:nvPr/>
        </p:nvSpPr>
        <p:spPr>
          <a:xfrm>
            <a:off x="14258933" y="26917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holds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231E8024-B42F-FE4C-5EC7-74886BF9BB94}"/>
              </a:ext>
            </a:extLst>
          </p:cNvPr>
          <p:cNvSpPr>
            <a:spLocks noGrp="1"/>
          </p:cNvSpPr>
          <p:nvPr/>
        </p:nvSpPr>
        <p:spPr>
          <a:xfrm>
            <a:off x="10854121" y="3207071"/>
            <a:ext cx="2892076" cy="95"/>
          </a:xfrm>
          <a:custGeom>
            <a:avLst/>
            <a:gdLst/>
            <a:ahLst/>
            <a:cxnLst/>
            <a:rect l="0" t="0" r="0" b="0"/>
            <a:pathLst>
              <a:path w="2892076" h="95">
                <a:moveTo>
                  <a:pt x="2892076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AB15A5B4-B6A1-F281-80C9-2A72FB77B292}"/>
              </a:ext>
            </a:extLst>
          </p:cNvPr>
          <p:cNvSpPr>
            <a:spLocks noGrp="1"/>
          </p:cNvSpPr>
          <p:nvPr/>
        </p:nvSpPr>
        <p:spPr>
          <a:xfrm>
            <a:off x="13729529" y="317373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666C425F-D080-0616-6CF7-602E7497A134}"/>
              </a:ext>
            </a:extLst>
          </p:cNvPr>
          <p:cNvSpPr>
            <a:spLocks noGrp="1"/>
          </p:cNvSpPr>
          <p:nvPr/>
        </p:nvSpPr>
        <p:spPr>
          <a:xfrm>
            <a:off x="1380687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uses">
            <a:extLst>
              <a:ext uri="{FF2B5EF4-FFF2-40B4-BE49-F238E27FC236}">
                <a16:creationId xmlns:a16="http://schemas.microsoft.com/office/drawing/2014/main" id="{9B0FC4E9-89E5-5F3A-1947-0E9A8549DB71}"/>
              </a:ext>
            </a:extLst>
          </p:cNvPr>
          <p:cNvSpPr>
            <a:spLocks noGrp="1"/>
          </p:cNvSpPr>
          <p:nvPr/>
        </p:nvSpPr>
        <p:spPr>
          <a:xfrm>
            <a:off x="13915073" y="3120392"/>
            <a:ext cx="35433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7DDDF3EE-9549-080F-6AC3-A99EC38A82E7}"/>
              </a:ext>
            </a:extLst>
          </p:cNvPr>
          <p:cNvSpPr>
            <a:spLocks noGrp="1"/>
          </p:cNvSpPr>
          <p:nvPr/>
        </p:nvSpPr>
        <p:spPr>
          <a:xfrm>
            <a:off x="10854121" y="1987871"/>
            <a:ext cx="1145286" cy="95"/>
          </a:xfrm>
          <a:custGeom>
            <a:avLst/>
            <a:gdLst/>
            <a:ahLst/>
            <a:cxnLst/>
            <a:rect l="0" t="0" r="0" b="0"/>
            <a:pathLst>
              <a:path w="1145286" h="95">
                <a:moveTo>
                  <a:pt x="1145286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563FEA7-210D-3A4B-B13A-94D7CA8381E4}"/>
              </a:ext>
            </a:extLst>
          </p:cNvPr>
          <p:cNvSpPr>
            <a:spLocks noGrp="1"/>
          </p:cNvSpPr>
          <p:nvPr/>
        </p:nvSpPr>
        <p:spPr>
          <a:xfrm>
            <a:off x="11977979" y="194501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548ADAE1-9F94-F3F3-7470-F7AFE682FA89}"/>
              </a:ext>
            </a:extLst>
          </p:cNvPr>
          <p:cNvSpPr>
            <a:spLocks noGrp="1"/>
          </p:cNvSpPr>
          <p:nvPr/>
        </p:nvSpPr>
        <p:spPr>
          <a:xfrm>
            <a:off x="12095611" y="17021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quires">
            <a:extLst>
              <a:ext uri="{FF2B5EF4-FFF2-40B4-BE49-F238E27FC236}">
                <a16:creationId xmlns:a16="http://schemas.microsoft.com/office/drawing/2014/main" id="{B9725752-2F8A-A73A-B58C-9079D804A0AF}"/>
              </a:ext>
            </a:extLst>
          </p:cNvPr>
          <p:cNvSpPr>
            <a:spLocks noGrp="1"/>
          </p:cNvSpPr>
          <p:nvPr/>
        </p:nvSpPr>
        <p:spPr>
          <a:xfrm>
            <a:off x="12051984" y="19011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requires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3501FB0B-34DF-AFED-2B63-F795F0E36680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7EC3DF30-6FC0-BAF4-AFC9-D6D41DDDA7B5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8DD621F9-0A21-198E-CFCB-643CE5DD3E43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5F5B2FBA-DCF5-DDC9-93BF-5D0D76AB0C40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E2392B0-5BF4-2995-A59B-BE77744199A8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F7AF7D06-19A5-ED50-8EA7-82ED225D3160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1D1C635-C709-965B-4864-DA9BF88EBD97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BD165C2A-87CC-E8B8-0362-BC8A13B4EA7A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691C6425-423C-3EA4-F713-F4E256A99B14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0516BCD6-9FC4-57E4-21C6-B07168C84B7C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518736E8-BC54-7B31-7C02-7CAE1B6CFA8F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8CB4B6-A052-B98C-0ABD-EAB6C6A527DB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6</a:t>
            </a:r>
          </a:p>
        </p:txBody>
      </p:sp>
    </p:spTree>
    <p:extLst>
      <p:ext uri="{BB962C8B-B14F-4D97-AF65-F5344CB8AC3E}">
        <p14:creationId xmlns:p14="http://schemas.microsoft.com/office/powerpoint/2010/main" val="152643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13CC-E371-F28A-EF65-2286AAB4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9991F3-2ED0-C980-9B55-0279FC44A058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D4BB7E3-61C0-F46B-1251-E11B76DE7F48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5B3F40-37C8-3318-9CF9-FBE814931DAE}"/>
              </a:ext>
            </a:extLst>
          </p:cNvPr>
          <p:cNvSpPr>
            <a:spLocks noGrp="1"/>
          </p:cNvSpPr>
          <p:nvPr/>
        </p:nvSpPr>
        <p:spPr>
          <a:xfrm>
            <a:off x="14089381" y="3492821"/>
            <a:ext cx="3238" cy="4229100"/>
          </a:xfrm>
          <a:custGeom>
            <a:avLst/>
            <a:gdLst/>
            <a:ahLst/>
            <a:cxnLst/>
            <a:rect l="0" t="0" r="0" b="0"/>
            <a:pathLst>
              <a:path w="3238" h="4229100">
                <a:moveTo>
                  <a:pt x="0" y="4229100"/>
                </a:moveTo>
                <a:lnTo>
                  <a:pt x="0" y="2114550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DDB75D-9F96-8350-988D-4BB9A15C20A4}"/>
              </a:ext>
            </a:extLst>
          </p:cNvPr>
          <p:cNvSpPr>
            <a:spLocks noGrp="1"/>
          </p:cNvSpPr>
          <p:nvPr/>
        </p:nvSpPr>
        <p:spPr>
          <a:xfrm>
            <a:off x="14470381" y="3064197"/>
            <a:ext cx="3238" cy="4657725"/>
          </a:xfrm>
          <a:custGeom>
            <a:avLst/>
            <a:gdLst/>
            <a:ahLst/>
            <a:cxnLst/>
            <a:rect l="0" t="0" r="0" b="0"/>
            <a:pathLst>
              <a:path w="3238" h="4657725">
                <a:moveTo>
                  <a:pt x="0" y="4657725"/>
                </a:moveTo>
                <a:lnTo>
                  <a:pt x="0" y="2328863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BEB5D16-1436-A27E-1269-E5FF8D126CEA}"/>
              </a:ext>
            </a:extLst>
          </p:cNvPr>
          <p:cNvSpPr>
            <a:spLocks noGrp="1"/>
          </p:cNvSpPr>
          <p:nvPr/>
        </p:nvSpPr>
        <p:spPr>
          <a:xfrm>
            <a:off x="9422131" y="8007675"/>
            <a:ext cx="4476750" cy="466725"/>
          </a:xfrm>
          <a:custGeom>
            <a:avLst/>
            <a:gdLst/>
            <a:ahLst/>
            <a:cxnLst/>
            <a:rect l="0" t="0" r="0" b="0"/>
            <a:pathLst>
              <a:path w="4476750" h="466725">
                <a:moveTo>
                  <a:pt x="4476750" y="0"/>
                </a:moveTo>
                <a:lnTo>
                  <a:pt x="4476750" y="466725"/>
                </a:lnTo>
                <a:lnTo>
                  <a:pt x="0" y="4667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B6507FD-EB7B-0D46-9AAE-5CD4898FC8A3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3604806-3DA6-23B6-DB9D-09D2430F4387}"/>
              </a:ext>
            </a:extLst>
          </p:cNvPr>
          <p:cNvSpPr>
            <a:spLocks noGrp="1"/>
          </p:cNvSpPr>
          <p:nvPr/>
        </p:nvSpPr>
        <p:spPr>
          <a:xfrm>
            <a:off x="9422131" y="8007668"/>
            <a:ext cx="4667250" cy="1066800"/>
          </a:xfrm>
          <a:custGeom>
            <a:avLst/>
            <a:gdLst/>
            <a:ahLst/>
            <a:cxnLst/>
            <a:rect l="0" t="0" r="0" b="0"/>
            <a:pathLst>
              <a:path w="4667250" h="1066800">
                <a:moveTo>
                  <a:pt x="4667250" y="0"/>
                </a:moveTo>
                <a:lnTo>
                  <a:pt x="4667250" y="1066800"/>
                </a:lnTo>
                <a:lnTo>
                  <a:pt x="0" y="10668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F02B11B-2FF3-EE24-118F-A2AE692B5039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C8331-CADE-6B8A-609D-FF907F3C10FB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F2421E57-5EF4-A684-CD11-BB039C89C37C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6B3C43B-FC0B-38E1-B185-A64455A0ADCB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9E3248-A5F7-584F-0C58-3FA3397D4F62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2E458658-834B-E224-8094-D029985C5929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A6A954C-BA66-37A2-814D-6936F71B1E05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258C8C-16B3-8CA3-9C80-62AE456A7B0B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646DA35-B967-6FB7-B652-AE9A9F27D5BC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B0088F-02E1-52A3-3F43-80D2911E6D93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2547BF9C-252D-BCBC-D288-9D93BB693EEE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AC00692-1788-AD05-F516-3C9453C7485F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732714-20A5-6E5F-165C-6ADC95659C09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D82596D-45AA-1E9D-3C9C-AC526451407B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6D8A272B-45A6-9BBF-EE7B-E8ECDEE246E6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F308965-F9D3-DFA1-08DD-E3215DB07EF2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83B6ACD-F870-7C80-CDC0-224449BAAC3E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C6E74436-2826-B2CB-3112-3309214D5049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BACEA98-5D87-1DE1-766E-99AF64060FAA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A8888-AB3B-E930-9B89-45621BC5415F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6E21F51-404D-0B04-61EB-9B6B77034A06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ADF25332-0C4C-68AE-2942-057EAE6A3220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F1C74A4-A6AE-E76C-5F27-2329AB458619}"/>
              </a:ext>
            </a:extLst>
          </p:cNvPr>
          <p:cNvSpPr>
            <a:spLocks noGrp="1"/>
          </p:cNvSpPr>
          <p:nvPr/>
        </p:nvSpPr>
        <p:spPr>
          <a:xfrm>
            <a:off x="14375131" y="11017569"/>
            <a:ext cx="666750" cy="190500"/>
          </a:xfrm>
          <a:custGeom>
            <a:avLst/>
            <a:gdLst/>
            <a:ahLst/>
            <a:cxnLst/>
            <a:rect l="0" t="0" r="0" b="0"/>
            <a:pathLst>
              <a:path w="666750" h="190500">
                <a:moveTo>
                  <a:pt x="666750" y="0"/>
                </a:moveTo>
                <a:lnTo>
                  <a:pt x="666750" y="190500"/>
                </a:lnTo>
                <a:lnTo>
                  <a:pt x="0" y="1905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167F63-D59D-3B9B-991E-9AF33D2E0F83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4F9E1E05-A787-5D27-49B6-AF78F108B1EE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FA8CA35-9A6D-48CA-05C2-61F2B8771390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B02695-7EF3-06BE-E118-F1E57744A928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DD24761C-21B6-0469-3EBB-D0B45464F651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CBE5506-A9C5-9EE0-13C5-BACBB2E9FE57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D42BBDE-DBDC-863A-711E-7AB6159A5D55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94CFDDB9-2D15-9680-CE0D-5147FC5BD5E5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1EAE654-7154-75F5-889D-CAD124C64389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F6F414E-EBC1-530B-BBC3-8E8FF378EF8C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53A6FFC-A992-9137-B7EA-1F5837ECC459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6A47E2-B678-F493-2250-12D9A294CA11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BF7453CF-39CD-B8ED-5D02-BCF2C0FA78D5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1933A1A-8CA4-99C6-6A86-A21CB16AC16D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A6A55D6-E320-B845-5238-4FBF605609A2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11C5E8D-F2AD-B8A9-1ACF-45E5A858A0C5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901E3DD9-4F63-D707-70F6-5B12E4A2AF16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6FF2DCF-B3EE-5C90-7DEA-7E7DF7E55F4E}"/>
              </a:ext>
            </a:extLst>
          </p:cNvPr>
          <p:cNvSpPr>
            <a:spLocks noGrp="1"/>
          </p:cNvSpPr>
          <p:nvPr/>
        </p:nvSpPr>
        <p:spPr>
          <a:xfrm>
            <a:off x="10755632" y="9836474"/>
            <a:ext cx="1524000" cy="428625"/>
          </a:xfrm>
          <a:custGeom>
            <a:avLst/>
            <a:gdLst/>
            <a:ahLst/>
            <a:cxnLst/>
            <a:rect l="0" t="0" r="0" b="0"/>
            <a:pathLst>
              <a:path w="1524000" h="428625">
                <a:moveTo>
                  <a:pt x="1524000" y="428625"/>
                </a:moveTo>
                <a:lnTo>
                  <a:pt x="1524000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B92C7F-0680-566C-14C6-61FEEE06FE41}"/>
              </a:ext>
            </a:extLst>
          </p:cNvPr>
          <p:cNvSpPr>
            <a:spLocks noGrp="1"/>
          </p:cNvSpPr>
          <p:nvPr/>
        </p:nvSpPr>
        <p:spPr>
          <a:xfrm>
            <a:off x="11898633" y="102650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udget">
            <a:extLst>
              <a:ext uri="{FF2B5EF4-FFF2-40B4-BE49-F238E27FC236}">
                <a16:creationId xmlns:a16="http://schemas.microsoft.com/office/drawing/2014/main" id="{0075F530-58DE-D7EE-A51E-10F2CEAEAF30}"/>
              </a:ext>
            </a:extLst>
          </p:cNvPr>
          <p:cNvSpPr>
            <a:spLocks noGrp="1"/>
          </p:cNvSpPr>
          <p:nvPr/>
        </p:nvSpPr>
        <p:spPr>
          <a:xfrm>
            <a:off x="12021505" y="103212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9D61392C-E5DA-9E9C-29C2-E978DFE677FB}"/>
              </a:ext>
            </a:extLst>
          </p:cNvPr>
          <p:cNvSpPr>
            <a:spLocks noGrp="1"/>
          </p:cNvSpPr>
          <p:nvPr/>
        </p:nvSpPr>
        <p:spPr>
          <a:xfrm>
            <a:off x="12660635" y="10407971"/>
            <a:ext cx="1046797" cy="800100"/>
          </a:xfrm>
          <a:custGeom>
            <a:avLst/>
            <a:gdLst/>
            <a:ahLst/>
            <a:cxnLst/>
            <a:rect l="0" t="0" r="0" b="0"/>
            <a:pathLst>
              <a:path w="1046797" h="800100">
                <a:moveTo>
                  <a:pt x="1046797" y="800100"/>
                </a:moveTo>
                <a:lnTo>
                  <a:pt x="571500" y="80010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C7881F4-B3B0-BC06-CA6C-E452F7A7662C}"/>
              </a:ext>
            </a:extLst>
          </p:cNvPr>
          <p:cNvSpPr>
            <a:spLocks noGrp="1"/>
          </p:cNvSpPr>
          <p:nvPr/>
        </p:nvSpPr>
        <p:spPr>
          <a:xfrm>
            <a:off x="13686003" y="1116521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E76ECDA0-EA60-A5BE-4636-F3C2FC5C5599}"/>
              </a:ext>
            </a:extLst>
          </p:cNvPr>
          <p:cNvSpPr>
            <a:spLocks noGrp="1"/>
          </p:cNvSpPr>
          <p:nvPr/>
        </p:nvSpPr>
        <p:spPr>
          <a:xfrm>
            <a:off x="13803635" y="10922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anaged">
            <a:extLst>
              <a:ext uri="{FF2B5EF4-FFF2-40B4-BE49-F238E27FC236}">
                <a16:creationId xmlns:a16="http://schemas.microsoft.com/office/drawing/2014/main" id="{8C6AE0A9-07B7-4AA0-C7EE-C6B1D1052F9F}"/>
              </a:ext>
            </a:extLst>
          </p:cNvPr>
          <p:cNvSpPr>
            <a:spLocks noGrp="1"/>
          </p:cNvSpPr>
          <p:nvPr/>
        </p:nvSpPr>
        <p:spPr>
          <a:xfrm>
            <a:off x="13880786" y="11148060"/>
            <a:ext cx="4038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managed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90BE2EE-B3F8-15AF-5156-11ECA623284A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947BFBD-2C33-BE4F-C58E-2F7912049008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1C64BE-268D-2621-CA8F-4472BF099396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7C202D59-C1C9-017D-BEEF-550D1D6D89E4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750CF6C8-4E91-5256-EED4-B28E20370423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5C0A925-4F9B-D666-BDC3-C00672928AF3}"/>
              </a:ext>
            </a:extLst>
          </p:cNvPr>
          <p:cNvSpPr>
            <a:spLocks noGrp="1"/>
          </p:cNvSpPr>
          <p:nvPr/>
        </p:nvSpPr>
        <p:spPr>
          <a:xfrm>
            <a:off x="10473122" y="2941320"/>
            <a:ext cx="95" cy="122872"/>
          </a:xfrm>
          <a:custGeom>
            <a:avLst/>
            <a:gdLst/>
            <a:ahLst/>
            <a:cxnLst/>
            <a:rect l="0" t="0" r="0" b="0"/>
            <a:pathLst>
              <a:path w="95" h="122872">
                <a:moveTo>
                  <a:pt x="0" y="122872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DE335BCD-60D2-C94A-4678-942984B8BE38}"/>
              </a:ext>
            </a:extLst>
          </p:cNvPr>
          <p:cNvSpPr>
            <a:spLocks noGrp="1"/>
          </p:cNvSpPr>
          <p:nvPr/>
        </p:nvSpPr>
        <p:spPr>
          <a:xfrm>
            <a:off x="10430262" y="287703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42863" y="64294"/>
                </a:lnTo>
                <a:lnTo>
                  <a:pt x="0" y="8572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4C115691-9AF4-683C-5899-1E695449ECD9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8297C70-0B73-DDAA-488A-60C21AE7F518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990F06-72CA-D5F4-921A-446D1AC1588B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03C01B35-3BB7-8428-0C4F-DAA8B7EF59DC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0CF9A916-5247-A2E3-3B33-11425EC17291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DE9032F-D0A4-C89E-1117-3128B0CCCD6D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5C6857BF-BF0F-A923-4C57-AE6452B35303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EE9FF346-AA40-C529-0F81-4D1EE3CD2FF4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BB79A640-BB21-00AD-0C3D-D5C1A6FB9BF4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EC308E0F-8931-5C75-8C18-1568D5E92D67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43F433EB-EE3F-0A65-78DB-A38D7C7FCE08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E77CC060-3050-FEF9-84F3-B985725819B2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2DE85D78-9997-DC21-0310-0D7EC6ED88DA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F29EF7CF-5D8B-18D2-01F6-FB6E59AD0272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F22A8E96-6B1B-B81C-B024-C240D34BECBE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31416C21-B0DC-2F59-13D8-DCAB61193319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B6ED3E47-FADC-E669-C8F7-75A161DA5252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5EE11C34-C9C6-876B-9588-4507A5E1E2E8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51BCCA7-0079-CA00-3BF4-ECD81F6FD70A}"/>
              </a:ext>
            </a:extLst>
          </p:cNvPr>
          <p:cNvSpPr>
            <a:spLocks noGrp="1"/>
          </p:cNvSpPr>
          <p:nvPr/>
        </p:nvSpPr>
        <p:spPr>
          <a:xfrm>
            <a:off x="10469885" y="8160072"/>
            <a:ext cx="95" cy="1390650"/>
          </a:xfrm>
          <a:custGeom>
            <a:avLst/>
            <a:gdLst/>
            <a:ahLst/>
            <a:cxnLst/>
            <a:rect l="0" t="0" r="0" b="0"/>
            <a:pathLst>
              <a:path w="95" h="1390650">
                <a:moveTo>
                  <a:pt x="0" y="13906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1AAAFF2-F5E1-317A-969A-8DBCC5E09241}"/>
              </a:ext>
            </a:extLst>
          </p:cNvPr>
          <p:cNvSpPr>
            <a:spLocks noGrp="1"/>
          </p:cNvSpPr>
          <p:nvPr/>
        </p:nvSpPr>
        <p:spPr>
          <a:xfrm>
            <a:off x="10184134" y="9550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unded">
            <a:extLst>
              <a:ext uri="{FF2B5EF4-FFF2-40B4-BE49-F238E27FC236}">
                <a16:creationId xmlns:a16="http://schemas.microsoft.com/office/drawing/2014/main" id="{9D21DA90-3437-B5E8-7284-CE1CC455AFE0}"/>
              </a:ext>
            </a:extLst>
          </p:cNvPr>
          <p:cNvSpPr>
            <a:spLocks noGrp="1"/>
          </p:cNvSpPr>
          <p:nvPr/>
        </p:nvSpPr>
        <p:spPr>
          <a:xfrm>
            <a:off x="10211756" y="97497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DB0593D-5F56-8924-5123-B2449D4A599A}"/>
              </a:ext>
            </a:extLst>
          </p:cNvPr>
          <p:cNvSpPr>
            <a:spLocks noGrp="1"/>
          </p:cNvSpPr>
          <p:nvPr/>
        </p:nvSpPr>
        <p:spPr>
          <a:xfrm>
            <a:off x="10092121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equipment">
            <a:extLst>
              <a:ext uri="{FF2B5EF4-FFF2-40B4-BE49-F238E27FC236}">
                <a16:creationId xmlns:a16="http://schemas.microsoft.com/office/drawing/2014/main" id="{3FDB0DE1-64F7-CBD1-A30D-9558D6DF90FD}"/>
              </a:ext>
            </a:extLst>
          </p:cNvPr>
          <p:cNvSpPr>
            <a:spLocks noGrp="1"/>
          </p:cNvSpPr>
          <p:nvPr/>
        </p:nvSpPr>
        <p:spPr>
          <a:xfrm>
            <a:off x="10109839" y="18326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89" name="model">
            <a:extLst>
              <a:ext uri="{FF2B5EF4-FFF2-40B4-BE49-F238E27FC236}">
                <a16:creationId xmlns:a16="http://schemas.microsoft.com/office/drawing/2014/main" id="{7EFB83BE-7A59-1766-95ED-D1D2A9B4B9A8}"/>
              </a:ext>
            </a:extLst>
          </p:cNvPr>
          <p:cNvSpPr>
            <a:spLocks noGrp="1"/>
          </p:cNvSpPr>
          <p:nvPr/>
        </p:nvSpPr>
        <p:spPr>
          <a:xfrm>
            <a:off x="10258432" y="1969771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BAB349C6-DCA8-5688-1AA1-B1E2E3F938C6}"/>
              </a:ext>
            </a:extLst>
          </p:cNvPr>
          <p:cNvSpPr>
            <a:spLocks noGrp="1"/>
          </p:cNvSpPr>
          <p:nvPr/>
        </p:nvSpPr>
        <p:spPr>
          <a:xfrm>
            <a:off x="10473122" y="2130746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8D47F063-9B25-8F86-168E-46840C29C4EF}"/>
              </a:ext>
            </a:extLst>
          </p:cNvPr>
          <p:cNvSpPr>
            <a:spLocks noGrp="1"/>
          </p:cNvSpPr>
          <p:nvPr/>
        </p:nvSpPr>
        <p:spPr>
          <a:xfrm>
            <a:off x="10187372" y="22736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orrespond">
            <a:extLst>
              <a:ext uri="{FF2B5EF4-FFF2-40B4-BE49-F238E27FC236}">
                <a16:creationId xmlns:a16="http://schemas.microsoft.com/office/drawing/2014/main" id="{3344D756-0D8D-CE9E-62E4-9F2C5A978339}"/>
              </a:ext>
            </a:extLst>
          </p:cNvPr>
          <p:cNvSpPr>
            <a:spLocks noGrp="1"/>
          </p:cNvSpPr>
          <p:nvPr/>
        </p:nvSpPr>
        <p:spPr>
          <a:xfrm>
            <a:off x="10103647" y="2479363"/>
            <a:ext cx="73818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correspond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60934A4C-7CDC-1AF4-CBD8-86CAEA5A6A2E}"/>
              </a:ext>
            </a:extLst>
          </p:cNvPr>
          <p:cNvSpPr>
            <a:spLocks noGrp="1"/>
          </p:cNvSpPr>
          <p:nvPr/>
        </p:nvSpPr>
        <p:spPr>
          <a:xfrm>
            <a:off x="12667112" y="1987871"/>
            <a:ext cx="1425511" cy="95"/>
          </a:xfrm>
          <a:custGeom>
            <a:avLst/>
            <a:gdLst/>
            <a:ahLst/>
            <a:cxnLst/>
            <a:rect l="0" t="0" r="0" b="0"/>
            <a:pathLst>
              <a:path w="1425511" h="95">
                <a:moveTo>
                  <a:pt x="142551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6CBD2C4-2F2E-3DD6-2C75-378EFD6AF2BA}"/>
              </a:ext>
            </a:extLst>
          </p:cNvPr>
          <p:cNvSpPr>
            <a:spLocks noGrp="1"/>
          </p:cNvSpPr>
          <p:nvPr/>
        </p:nvSpPr>
        <p:spPr>
          <a:xfrm>
            <a:off x="14092622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certification">
            <a:extLst>
              <a:ext uri="{FF2B5EF4-FFF2-40B4-BE49-F238E27FC236}">
                <a16:creationId xmlns:a16="http://schemas.microsoft.com/office/drawing/2014/main" id="{6F8D0932-A4FE-5F73-8B56-E0657CE2B390}"/>
              </a:ext>
            </a:extLst>
          </p:cNvPr>
          <p:cNvSpPr>
            <a:spLocks noGrp="1"/>
          </p:cNvSpPr>
          <p:nvPr/>
        </p:nvSpPr>
        <p:spPr>
          <a:xfrm>
            <a:off x="13961748" y="1901192"/>
            <a:ext cx="102298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certification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8FA543B2-DCB3-9409-1F5B-1214CC38CED4}"/>
              </a:ext>
            </a:extLst>
          </p:cNvPr>
          <p:cNvSpPr>
            <a:spLocks noGrp="1"/>
          </p:cNvSpPr>
          <p:nvPr/>
        </p:nvSpPr>
        <p:spPr>
          <a:xfrm>
            <a:off x="14473622" y="2130743"/>
            <a:ext cx="95" cy="361950"/>
          </a:xfrm>
          <a:custGeom>
            <a:avLst/>
            <a:gdLst/>
            <a:ahLst/>
            <a:cxnLst/>
            <a:rect l="0" t="0" r="0" b="0"/>
            <a:pathLst>
              <a:path w="9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2455D449-E13A-D8A2-9E9E-8BFC776897BB}"/>
              </a:ext>
            </a:extLst>
          </p:cNvPr>
          <p:cNvSpPr>
            <a:spLocks noGrp="1"/>
          </p:cNvSpPr>
          <p:nvPr/>
        </p:nvSpPr>
        <p:spPr>
          <a:xfrm>
            <a:off x="14187872" y="249269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holds">
            <a:extLst>
              <a:ext uri="{FF2B5EF4-FFF2-40B4-BE49-F238E27FC236}">
                <a16:creationId xmlns:a16="http://schemas.microsoft.com/office/drawing/2014/main" id="{E3ED4CDC-532E-E937-665D-4156A5C7005E}"/>
              </a:ext>
            </a:extLst>
          </p:cNvPr>
          <p:cNvSpPr>
            <a:spLocks noGrp="1"/>
          </p:cNvSpPr>
          <p:nvPr/>
        </p:nvSpPr>
        <p:spPr>
          <a:xfrm>
            <a:off x="14258933" y="26917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holds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8E1307E9-1B86-DFC5-9A16-DB3C0225B8CA}"/>
              </a:ext>
            </a:extLst>
          </p:cNvPr>
          <p:cNvSpPr>
            <a:spLocks noGrp="1"/>
          </p:cNvSpPr>
          <p:nvPr/>
        </p:nvSpPr>
        <p:spPr>
          <a:xfrm>
            <a:off x="10854121" y="3207071"/>
            <a:ext cx="2892076" cy="95"/>
          </a:xfrm>
          <a:custGeom>
            <a:avLst/>
            <a:gdLst/>
            <a:ahLst/>
            <a:cxnLst/>
            <a:rect l="0" t="0" r="0" b="0"/>
            <a:pathLst>
              <a:path w="2892076" h="95">
                <a:moveTo>
                  <a:pt x="2892076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CA2864F-3DE7-646E-A392-EAA89B192D28}"/>
              </a:ext>
            </a:extLst>
          </p:cNvPr>
          <p:cNvSpPr>
            <a:spLocks noGrp="1"/>
          </p:cNvSpPr>
          <p:nvPr/>
        </p:nvSpPr>
        <p:spPr>
          <a:xfrm>
            <a:off x="13729529" y="317373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BF36D4B-4CA9-764C-56E8-16D169AC4C03}"/>
              </a:ext>
            </a:extLst>
          </p:cNvPr>
          <p:cNvSpPr>
            <a:spLocks noGrp="1"/>
          </p:cNvSpPr>
          <p:nvPr/>
        </p:nvSpPr>
        <p:spPr>
          <a:xfrm>
            <a:off x="1380687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uses">
            <a:extLst>
              <a:ext uri="{FF2B5EF4-FFF2-40B4-BE49-F238E27FC236}">
                <a16:creationId xmlns:a16="http://schemas.microsoft.com/office/drawing/2014/main" id="{669F806D-53DA-FB5E-79E6-0E1C4D9C4D04}"/>
              </a:ext>
            </a:extLst>
          </p:cNvPr>
          <p:cNvSpPr>
            <a:spLocks noGrp="1"/>
          </p:cNvSpPr>
          <p:nvPr/>
        </p:nvSpPr>
        <p:spPr>
          <a:xfrm>
            <a:off x="13915073" y="3120392"/>
            <a:ext cx="35433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A6DAA1DC-6994-ED9F-8182-908C1D706EAC}"/>
              </a:ext>
            </a:extLst>
          </p:cNvPr>
          <p:cNvSpPr>
            <a:spLocks noGrp="1"/>
          </p:cNvSpPr>
          <p:nvPr/>
        </p:nvSpPr>
        <p:spPr>
          <a:xfrm>
            <a:off x="10854121" y="1987871"/>
            <a:ext cx="1145286" cy="95"/>
          </a:xfrm>
          <a:custGeom>
            <a:avLst/>
            <a:gdLst/>
            <a:ahLst/>
            <a:cxnLst/>
            <a:rect l="0" t="0" r="0" b="0"/>
            <a:pathLst>
              <a:path w="1145286" h="95">
                <a:moveTo>
                  <a:pt x="1145286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CBBDD43-A4F9-A531-E7FE-614162CA6CA6}"/>
              </a:ext>
            </a:extLst>
          </p:cNvPr>
          <p:cNvSpPr>
            <a:spLocks noGrp="1"/>
          </p:cNvSpPr>
          <p:nvPr/>
        </p:nvSpPr>
        <p:spPr>
          <a:xfrm>
            <a:off x="11977979" y="194501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37E31001-1EE5-D30F-D1EB-FCD915A3680D}"/>
              </a:ext>
            </a:extLst>
          </p:cNvPr>
          <p:cNvSpPr>
            <a:spLocks noGrp="1"/>
          </p:cNvSpPr>
          <p:nvPr/>
        </p:nvSpPr>
        <p:spPr>
          <a:xfrm>
            <a:off x="12095611" y="17021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quires">
            <a:extLst>
              <a:ext uri="{FF2B5EF4-FFF2-40B4-BE49-F238E27FC236}">
                <a16:creationId xmlns:a16="http://schemas.microsoft.com/office/drawing/2014/main" id="{743C6E69-B974-D2FD-B9E4-BE615AE41965}"/>
              </a:ext>
            </a:extLst>
          </p:cNvPr>
          <p:cNvSpPr>
            <a:spLocks noGrp="1"/>
          </p:cNvSpPr>
          <p:nvPr/>
        </p:nvSpPr>
        <p:spPr>
          <a:xfrm>
            <a:off x="12051984" y="19011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requires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F5994256-49A2-E7BD-EF27-1CF1B056C9C2}"/>
              </a:ext>
            </a:extLst>
          </p:cNvPr>
          <p:cNvSpPr>
            <a:spLocks noGrp="1"/>
          </p:cNvSpPr>
          <p:nvPr/>
        </p:nvSpPr>
        <p:spPr>
          <a:xfrm>
            <a:off x="8660134" y="7874322"/>
            <a:ext cx="94298" cy="95"/>
          </a:xfrm>
          <a:custGeom>
            <a:avLst/>
            <a:gdLst/>
            <a:ahLst/>
            <a:cxnLst/>
            <a:rect l="0" t="0" r="0" b="0"/>
            <a:pathLst>
              <a:path w="94298" h="95">
                <a:moveTo>
                  <a:pt x="0" y="0"/>
                </a:moveTo>
                <a:lnTo>
                  <a:pt x="94298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668A099-74F6-5EE2-F6AB-36EA4F0CFF6A}"/>
              </a:ext>
            </a:extLst>
          </p:cNvPr>
          <p:cNvSpPr>
            <a:spLocks noGrp="1"/>
          </p:cNvSpPr>
          <p:nvPr/>
        </p:nvSpPr>
        <p:spPr>
          <a:xfrm>
            <a:off x="8733003" y="7831461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FF035C84-4E47-F337-155F-2B7EE79F0BD7}"/>
              </a:ext>
            </a:extLst>
          </p:cNvPr>
          <p:cNvSpPr>
            <a:spLocks noGrp="1"/>
          </p:cNvSpPr>
          <p:nvPr/>
        </p:nvSpPr>
        <p:spPr>
          <a:xfrm>
            <a:off x="8088634" y="8017199"/>
            <a:ext cx="701326" cy="1057275"/>
          </a:xfrm>
          <a:custGeom>
            <a:avLst/>
            <a:gdLst/>
            <a:ahLst/>
            <a:cxnLst/>
            <a:rect l="0" t="0" r="0" b="0"/>
            <a:pathLst>
              <a:path w="701326" h="1057275">
                <a:moveTo>
                  <a:pt x="0" y="0"/>
                </a:moveTo>
                <a:lnTo>
                  <a:pt x="0" y="1057275"/>
                </a:lnTo>
                <a:lnTo>
                  <a:pt x="701326" y="1057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ACA98CE7-FF71-7083-5FCF-70CA4F3C3DCB}"/>
              </a:ext>
            </a:extLst>
          </p:cNvPr>
          <p:cNvSpPr>
            <a:spLocks noGrp="1"/>
          </p:cNvSpPr>
          <p:nvPr/>
        </p:nvSpPr>
        <p:spPr>
          <a:xfrm>
            <a:off x="8773292" y="9041134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CA2C6DA-3B17-1200-CA3E-2D76D2DBB2EF}"/>
              </a:ext>
            </a:extLst>
          </p:cNvPr>
          <p:cNvSpPr>
            <a:spLocks noGrp="1"/>
          </p:cNvSpPr>
          <p:nvPr/>
        </p:nvSpPr>
        <p:spPr>
          <a:xfrm>
            <a:off x="789813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reservation">
            <a:extLst>
              <a:ext uri="{FF2B5EF4-FFF2-40B4-BE49-F238E27FC236}">
                <a16:creationId xmlns:a16="http://schemas.microsoft.com/office/drawing/2014/main" id="{342304A5-D93D-ACAF-D298-F26D56886017}"/>
              </a:ext>
            </a:extLst>
          </p:cNvPr>
          <p:cNvSpPr>
            <a:spLocks noGrp="1"/>
          </p:cNvSpPr>
          <p:nvPr/>
        </p:nvSpPr>
        <p:spPr>
          <a:xfrm>
            <a:off x="7835272" y="7787640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reservation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99C41CD6-A1A3-7BEF-915C-A72E1BF98712}"/>
              </a:ext>
            </a:extLst>
          </p:cNvPr>
          <p:cNvSpPr>
            <a:spLocks noGrp="1"/>
          </p:cNvSpPr>
          <p:nvPr/>
        </p:nvSpPr>
        <p:spPr>
          <a:xfrm>
            <a:off x="9422131" y="7874322"/>
            <a:ext cx="666750" cy="95"/>
          </a:xfrm>
          <a:custGeom>
            <a:avLst/>
            <a:gdLst/>
            <a:ahLst/>
            <a:cxnLst/>
            <a:rect l="0" t="0" r="0" b="0"/>
            <a:pathLst>
              <a:path w="666750" h="9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2F4DD32D-05A2-A4DD-4230-DC649514DDE2}"/>
              </a:ext>
            </a:extLst>
          </p:cNvPr>
          <p:cNvSpPr>
            <a:spLocks noGrp="1"/>
          </p:cNvSpPr>
          <p:nvPr/>
        </p:nvSpPr>
        <p:spPr>
          <a:xfrm>
            <a:off x="8850634" y="758857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booked for">
            <a:extLst>
              <a:ext uri="{FF2B5EF4-FFF2-40B4-BE49-F238E27FC236}">
                <a16:creationId xmlns:a16="http://schemas.microsoft.com/office/drawing/2014/main" id="{8A9C0284-7043-9D81-1249-294DE415DBC9}"/>
              </a:ext>
            </a:extLst>
          </p:cNvPr>
          <p:cNvSpPr>
            <a:spLocks noGrp="1"/>
          </p:cNvSpPr>
          <p:nvPr/>
        </p:nvSpPr>
        <p:spPr>
          <a:xfrm>
            <a:off x="8822539" y="7807647"/>
            <a:ext cx="614363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booked for</a:t>
            </a: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2427CC2D-894F-A404-A089-18E0D66A209A}"/>
              </a:ext>
            </a:extLst>
          </p:cNvPr>
          <p:cNvSpPr>
            <a:spLocks noGrp="1"/>
          </p:cNvSpPr>
          <p:nvPr/>
        </p:nvSpPr>
        <p:spPr>
          <a:xfrm>
            <a:off x="8469631" y="8017196"/>
            <a:ext cx="284798" cy="457200"/>
          </a:xfrm>
          <a:custGeom>
            <a:avLst/>
            <a:gdLst/>
            <a:ahLst/>
            <a:cxnLst/>
            <a:rect l="0" t="0" r="0" b="0"/>
            <a:pathLst>
              <a:path w="284798" h="457200">
                <a:moveTo>
                  <a:pt x="284798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62F24549-5C21-5316-F042-F228AD38490D}"/>
              </a:ext>
            </a:extLst>
          </p:cNvPr>
          <p:cNvSpPr>
            <a:spLocks noGrp="1"/>
          </p:cNvSpPr>
          <p:nvPr/>
        </p:nvSpPr>
        <p:spPr>
          <a:xfrm>
            <a:off x="8733003" y="843153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79ED71D9-1052-4AF5-DD9F-39F9FC9B5763}"/>
              </a:ext>
            </a:extLst>
          </p:cNvPr>
          <p:cNvSpPr>
            <a:spLocks noGrp="1"/>
          </p:cNvSpPr>
          <p:nvPr/>
        </p:nvSpPr>
        <p:spPr>
          <a:xfrm>
            <a:off x="8850634" y="818864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makes">
            <a:extLst>
              <a:ext uri="{FF2B5EF4-FFF2-40B4-BE49-F238E27FC236}">
                <a16:creationId xmlns:a16="http://schemas.microsoft.com/office/drawing/2014/main" id="{CD2AA705-1E05-CF86-6670-D62782D67A73}"/>
              </a:ext>
            </a:extLst>
          </p:cNvPr>
          <p:cNvSpPr>
            <a:spLocks noGrp="1"/>
          </p:cNvSpPr>
          <p:nvPr/>
        </p:nvSpPr>
        <p:spPr>
          <a:xfrm>
            <a:off x="8915408" y="838771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makes</a:t>
            </a: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C8BCB5F7-B808-37EC-5EB2-F8B1DEF39B83}"/>
              </a:ext>
            </a:extLst>
          </p:cNvPr>
          <p:cNvSpPr>
            <a:spLocks noGrp="1"/>
          </p:cNvSpPr>
          <p:nvPr/>
        </p:nvSpPr>
        <p:spPr>
          <a:xfrm>
            <a:off x="9901619" y="3207071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950A588F-08C1-D408-913E-B841603C5C02}"/>
              </a:ext>
            </a:extLst>
          </p:cNvPr>
          <p:cNvSpPr>
            <a:spLocks noGrp="1"/>
          </p:cNvSpPr>
          <p:nvPr/>
        </p:nvSpPr>
        <p:spPr>
          <a:xfrm>
            <a:off x="8279131" y="3492824"/>
            <a:ext cx="1336738" cy="4238625"/>
          </a:xfrm>
          <a:custGeom>
            <a:avLst/>
            <a:gdLst/>
            <a:ahLst/>
            <a:cxnLst/>
            <a:rect l="0" t="0" r="0" b="0"/>
            <a:pathLst>
              <a:path w="1336738" h="4238625">
                <a:moveTo>
                  <a:pt x="1336738" y="0"/>
                </a:moveTo>
                <a:lnTo>
                  <a:pt x="1335881" y="4010025"/>
                </a:lnTo>
                <a:lnTo>
                  <a:pt x="0" y="4010025"/>
                </a:lnTo>
                <a:lnTo>
                  <a:pt x="0" y="42386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77E9DFEB-BEA6-544C-B397-2808CBB143BB}"/>
              </a:ext>
            </a:extLst>
          </p:cNvPr>
          <p:cNvSpPr>
            <a:spLocks noGrp="1"/>
          </p:cNvSpPr>
          <p:nvPr/>
        </p:nvSpPr>
        <p:spPr>
          <a:xfrm>
            <a:off x="933012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reserves">
            <a:extLst>
              <a:ext uri="{FF2B5EF4-FFF2-40B4-BE49-F238E27FC236}">
                <a16:creationId xmlns:a16="http://schemas.microsoft.com/office/drawing/2014/main" id="{7AD789F2-3AA3-E8F6-9426-BA7916B0A0FC}"/>
              </a:ext>
            </a:extLst>
          </p:cNvPr>
          <p:cNvSpPr>
            <a:spLocks noGrp="1"/>
          </p:cNvSpPr>
          <p:nvPr/>
        </p:nvSpPr>
        <p:spPr>
          <a:xfrm>
            <a:off x="9289734" y="31203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reserves</a:t>
            </a: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B6A7EDF1-9823-7581-A310-662A8890761E}"/>
              </a:ext>
            </a:extLst>
          </p:cNvPr>
          <p:cNvSpPr>
            <a:spLocks noGrp="1"/>
          </p:cNvSpPr>
          <p:nvPr/>
        </p:nvSpPr>
        <p:spPr>
          <a:xfrm>
            <a:off x="8850634" y="8788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approves">
            <a:extLst>
              <a:ext uri="{FF2B5EF4-FFF2-40B4-BE49-F238E27FC236}">
                <a16:creationId xmlns:a16="http://schemas.microsoft.com/office/drawing/2014/main" id="{80E97426-8C4B-E7F9-9485-32C1A69A8277}"/>
              </a:ext>
            </a:extLst>
          </p:cNvPr>
          <p:cNvSpPr>
            <a:spLocks noGrp="1"/>
          </p:cNvSpPr>
          <p:nvPr/>
        </p:nvSpPr>
        <p:spPr>
          <a:xfrm>
            <a:off x="8803959" y="89877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approves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04A47124-1AF1-FCDE-82B0-34B8339B50A2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6CF678BB-9497-256C-7787-B65B0BACD80F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60B131E6-BA81-CD45-553D-613023A4EDFF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EA961F03-3141-D1DE-7F95-C333A818EC61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3959163-2F88-94B4-1E1A-ECC3CCB7618C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3F17F0AA-5FA7-25F5-B197-D693B333A911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B1BEA5B-996A-6B54-C542-51D14F51909A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B9184577-2D5F-B28D-C2DE-9C6A9AAFA2F1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5786932C-D82D-CCED-FFE8-229CDDDF193A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222D63F-D145-546F-56E4-C8BFF6F750BD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8143DE10-2308-9C9A-00AC-5E4D277C405D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F36D9F-347D-945F-5A53-CA644AA9EEF3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7</a:t>
            </a:r>
          </a:p>
        </p:txBody>
      </p:sp>
    </p:spTree>
    <p:extLst>
      <p:ext uri="{BB962C8B-B14F-4D97-AF65-F5344CB8AC3E}">
        <p14:creationId xmlns:p14="http://schemas.microsoft.com/office/powerpoint/2010/main" val="2578990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134A-686B-A7DC-A5E1-F85BA848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5A999A-3A83-AC44-950F-1712D203EB6C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2683810-8BE0-546E-215B-E9E81EF47D0E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98E10DE-6544-713F-2BE4-B4C13AE44D33}"/>
              </a:ext>
            </a:extLst>
          </p:cNvPr>
          <p:cNvSpPr>
            <a:spLocks noGrp="1"/>
          </p:cNvSpPr>
          <p:nvPr/>
        </p:nvSpPr>
        <p:spPr>
          <a:xfrm>
            <a:off x="14089381" y="3492821"/>
            <a:ext cx="3238" cy="4229100"/>
          </a:xfrm>
          <a:custGeom>
            <a:avLst/>
            <a:gdLst/>
            <a:ahLst/>
            <a:cxnLst/>
            <a:rect l="0" t="0" r="0" b="0"/>
            <a:pathLst>
              <a:path w="3238" h="4229100">
                <a:moveTo>
                  <a:pt x="0" y="4229100"/>
                </a:moveTo>
                <a:lnTo>
                  <a:pt x="0" y="2114550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A15DE52-E5DB-29D7-CE36-0965D2B8888A}"/>
              </a:ext>
            </a:extLst>
          </p:cNvPr>
          <p:cNvSpPr>
            <a:spLocks noGrp="1"/>
          </p:cNvSpPr>
          <p:nvPr/>
        </p:nvSpPr>
        <p:spPr>
          <a:xfrm>
            <a:off x="14470381" y="3064197"/>
            <a:ext cx="3238" cy="4657725"/>
          </a:xfrm>
          <a:custGeom>
            <a:avLst/>
            <a:gdLst/>
            <a:ahLst/>
            <a:cxnLst/>
            <a:rect l="0" t="0" r="0" b="0"/>
            <a:pathLst>
              <a:path w="3238" h="4657725">
                <a:moveTo>
                  <a:pt x="0" y="4657725"/>
                </a:moveTo>
                <a:lnTo>
                  <a:pt x="0" y="2328863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B18F615-3ED2-6F91-3FFD-42520DE537BC}"/>
              </a:ext>
            </a:extLst>
          </p:cNvPr>
          <p:cNvSpPr>
            <a:spLocks noGrp="1"/>
          </p:cNvSpPr>
          <p:nvPr/>
        </p:nvSpPr>
        <p:spPr>
          <a:xfrm>
            <a:off x="9422131" y="8007675"/>
            <a:ext cx="4476750" cy="466725"/>
          </a:xfrm>
          <a:custGeom>
            <a:avLst/>
            <a:gdLst/>
            <a:ahLst/>
            <a:cxnLst/>
            <a:rect l="0" t="0" r="0" b="0"/>
            <a:pathLst>
              <a:path w="4476750" h="466725">
                <a:moveTo>
                  <a:pt x="4476750" y="0"/>
                </a:moveTo>
                <a:lnTo>
                  <a:pt x="4476750" y="466725"/>
                </a:lnTo>
                <a:lnTo>
                  <a:pt x="0" y="4667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F1F6E3B-C4E4-C8CC-89A1-044885D3F961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8B55E7-9F5B-A1CB-20B8-4EB89163857F}"/>
              </a:ext>
            </a:extLst>
          </p:cNvPr>
          <p:cNvSpPr>
            <a:spLocks noGrp="1"/>
          </p:cNvSpPr>
          <p:nvPr/>
        </p:nvSpPr>
        <p:spPr>
          <a:xfrm>
            <a:off x="9422131" y="8007668"/>
            <a:ext cx="4667250" cy="1066800"/>
          </a:xfrm>
          <a:custGeom>
            <a:avLst/>
            <a:gdLst/>
            <a:ahLst/>
            <a:cxnLst/>
            <a:rect l="0" t="0" r="0" b="0"/>
            <a:pathLst>
              <a:path w="4667250" h="1066800">
                <a:moveTo>
                  <a:pt x="4667250" y="0"/>
                </a:moveTo>
                <a:lnTo>
                  <a:pt x="4667250" y="1066800"/>
                </a:lnTo>
                <a:lnTo>
                  <a:pt x="0" y="10668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EBED0A-975D-03B6-16D1-385BE31629FC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A62451-7BFB-E845-4727-3A7AA72EF645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36F1C983-95D6-820B-8396-38E15C4F690E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659558-B176-BAEE-8EAE-3F3D6BEBAF51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39EEBD-42FF-2A3E-8C37-DC1593E4A330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4CF74A42-790C-79E8-AB01-6A0BC7FFC324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62D67F0-B036-2AFB-C47F-8BA7E91CDEB8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F2318F-AB42-0BBD-F14C-3AB8668A9EDA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6570D6-81E8-2A84-BDA3-EC9B9A2FD95F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CFB327-1384-F2C4-EC85-67511EA9B486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B8E0FF53-B6DF-B43A-5CD4-ADCBEF536CCF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8162278-1AF7-24F6-78C0-57B8BEAB1C4F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75439D2-D4EE-5AEB-138D-6FEAE2D77221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E656285-3F8F-536E-53F7-007F0966BCF6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4BD4EC84-1E16-21B9-AA04-1C2A1335780A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94949AD-EBE3-6E10-8037-C973D3B084F1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8A11286-D4EF-57B5-8C6A-F2ABACF73694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6BE31C7F-8A2A-96F7-CA95-CE763963D9BD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1DEBA89-7987-B946-799A-9782AB1D6243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AF520D9-E3BE-F6F3-C100-27992BE53E75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D5D45B3-7F02-9E1A-F71E-8B5FE4503C1F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2749A563-0CCB-6B8F-9019-2C1039CD6C27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52BE56F-46EF-B28B-C762-B4B205984E87}"/>
              </a:ext>
            </a:extLst>
          </p:cNvPr>
          <p:cNvSpPr>
            <a:spLocks noGrp="1"/>
          </p:cNvSpPr>
          <p:nvPr/>
        </p:nvSpPr>
        <p:spPr>
          <a:xfrm>
            <a:off x="14375131" y="11017569"/>
            <a:ext cx="666750" cy="190500"/>
          </a:xfrm>
          <a:custGeom>
            <a:avLst/>
            <a:gdLst/>
            <a:ahLst/>
            <a:cxnLst/>
            <a:rect l="0" t="0" r="0" b="0"/>
            <a:pathLst>
              <a:path w="666750" h="190500">
                <a:moveTo>
                  <a:pt x="666750" y="0"/>
                </a:moveTo>
                <a:lnTo>
                  <a:pt x="666750" y="190500"/>
                </a:lnTo>
                <a:lnTo>
                  <a:pt x="0" y="1905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1DEE6C-397C-3F16-0E89-5513F30CDAE1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FDCD95D7-16E4-C7DD-BE18-2C7E1A2C7EB8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C44FBD5-7EFE-49F5-C3F9-E4105CAA4E06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1AAB9A-1DC2-BD16-6624-667D6E1CE6A5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AE4C13CB-C6BE-CAAC-F712-1100329D9A27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31623A1-FFDA-F202-4CE5-19F63F1FD7CF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5D8ADCB-DC2E-C01D-AB65-7AAD48412FB1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ACA9D3DF-35F4-C750-11BB-BBF07FB39705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8BD3829-F39C-DE11-18F9-5DF152C91DF2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3FE7ABA-D0DF-380F-56AE-47FC12D72DBB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2211D6C-29B4-4FE7-FC2F-65071EFC1EAA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DB5ED6-74D5-F57D-D7F3-740DF4302DDD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F36E3A53-42B9-110A-D4D1-50DFFC8ACFF6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2E073CC-732B-35D5-38DD-E6D3548139BD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6242386-C1AC-E0A1-7AEC-9DBFDF55F763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925FD69-7CBE-6082-0EF6-448EB791F802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3C22A9A1-F7DD-3076-79EB-8500E9E3BC4D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BB5902A-5E53-E2AA-0B63-5719E17E4797}"/>
              </a:ext>
            </a:extLst>
          </p:cNvPr>
          <p:cNvSpPr>
            <a:spLocks noGrp="1"/>
          </p:cNvSpPr>
          <p:nvPr/>
        </p:nvSpPr>
        <p:spPr>
          <a:xfrm>
            <a:off x="10755632" y="9836474"/>
            <a:ext cx="1524000" cy="428625"/>
          </a:xfrm>
          <a:custGeom>
            <a:avLst/>
            <a:gdLst/>
            <a:ahLst/>
            <a:cxnLst/>
            <a:rect l="0" t="0" r="0" b="0"/>
            <a:pathLst>
              <a:path w="1524000" h="428625">
                <a:moveTo>
                  <a:pt x="1524000" y="428625"/>
                </a:moveTo>
                <a:lnTo>
                  <a:pt x="1524000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C9DFD11-A4A9-6B1E-98CE-138C2D8D75BE}"/>
              </a:ext>
            </a:extLst>
          </p:cNvPr>
          <p:cNvSpPr>
            <a:spLocks noGrp="1"/>
          </p:cNvSpPr>
          <p:nvPr/>
        </p:nvSpPr>
        <p:spPr>
          <a:xfrm>
            <a:off x="11898633" y="102650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udget">
            <a:extLst>
              <a:ext uri="{FF2B5EF4-FFF2-40B4-BE49-F238E27FC236}">
                <a16:creationId xmlns:a16="http://schemas.microsoft.com/office/drawing/2014/main" id="{86366561-FF44-BB49-2AE6-851980AAE330}"/>
              </a:ext>
            </a:extLst>
          </p:cNvPr>
          <p:cNvSpPr>
            <a:spLocks noGrp="1"/>
          </p:cNvSpPr>
          <p:nvPr/>
        </p:nvSpPr>
        <p:spPr>
          <a:xfrm>
            <a:off x="12021505" y="103212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9E2FEFF-5A44-3BB7-30BF-9B806B864129}"/>
              </a:ext>
            </a:extLst>
          </p:cNvPr>
          <p:cNvSpPr>
            <a:spLocks noGrp="1"/>
          </p:cNvSpPr>
          <p:nvPr/>
        </p:nvSpPr>
        <p:spPr>
          <a:xfrm>
            <a:off x="12660635" y="10407971"/>
            <a:ext cx="1046797" cy="800100"/>
          </a:xfrm>
          <a:custGeom>
            <a:avLst/>
            <a:gdLst/>
            <a:ahLst/>
            <a:cxnLst/>
            <a:rect l="0" t="0" r="0" b="0"/>
            <a:pathLst>
              <a:path w="1046797" h="800100">
                <a:moveTo>
                  <a:pt x="1046797" y="800100"/>
                </a:moveTo>
                <a:lnTo>
                  <a:pt x="571500" y="80010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B1B1AD2-6949-4F64-6295-AEA66B1012C1}"/>
              </a:ext>
            </a:extLst>
          </p:cNvPr>
          <p:cNvSpPr>
            <a:spLocks noGrp="1"/>
          </p:cNvSpPr>
          <p:nvPr/>
        </p:nvSpPr>
        <p:spPr>
          <a:xfrm>
            <a:off x="13686003" y="1116521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09559EF-76A4-9F22-3F0A-8CEE5E7BD823}"/>
              </a:ext>
            </a:extLst>
          </p:cNvPr>
          <p:cNvSpPr>
            <a:spLocks noGrp="1"/>
          </p:cNvSpPr>
          <p:nvPr/>
        </p:nvSpPr>
        <p:spPr>
          <a:xfrm>
            <a:off x="13803635" y="10922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anaged">
            <a:extLst>
              <a:ext uri="{FF2B5EF4-FFF2-40B4-BE49-F238E27FC236}">
                <a16:creationId xmlns:a16="http://schemas.microsoft.com/office/drawing/2014/main" id="{9EDAA2C2-4FCC-26BF-D111-94233F4A6A42}"/>
              </a:ext>
            </a:extLst>
          </p:cNvPr>
          <p:cNvSpPr>
            <a:spLocks noGrp="1"/>
          </p:cNvSpPr>
          <p:nvPr/>
        </p:nvSpPr>
        <p:spPr>
          <a:xfrm>
            <a:off x="13880786" y="11148060"/>
            <a:ext cx="4038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managed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9B5762C-BA55-DF07-8E20-641C6ED6C256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6A900F7-553E-BF27-3D7E-0C4BCA76365E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F84DF1-4BB0-F615-1628-A1820CC919B5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3EBB1B66-F7C4-2D4A-D9BD-C717BB9A9B45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1734C370-5CBA-44A7-937D-E24C97AC2B6A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EEA2E14-36F7-2172-6FF9-32507E1F6269}"/>
              </a:ext>
            </a:extLst>
          </p:cNvPr>
          <p:cNvSpPr>
            <a:spLocks noGrp="1"/>
          </p:cNvSpPr>
          <p:nvPr/>
        </p:nvSpPr>
        <p:spPr>
          <a:xfrm>
            <a:off x="10473122" y="2941320"/>
            <a:ext cx="95" cy="122872"/>
          </a:xfrm>
          <a:custGeom>
            <a:avLst/>
            <a:gdLst/>
            <a:ahLst/>
            <a:cxnLst/>
            <a:rect l="0" t="0" r="0" b="0"/>
            <a:pathLst>
              <a:path w="95" h="122872">
                <a:moveTo>
                  <a:pt x="0" y="122872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FDE49D2-876E-E51C-40E4-4024A0A0C116}"/>
              </a:ext>
            </a:extLst>
          </p:cNvPr>
          <p:cNvSpPr>
            <a:spLocks noGrp="1"/>
          </p:cNvSpPr>
          <p:nvPr/>
        </p:nvSpPr>
        <p:spPr>
          <a:xfrm>
            <a:off x="10430262" y="287703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42863" y="64294"/>
                </a:lnTo>
                <a:lnTo>
                  <a:pt x="0" y="8572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18A491C-5B2D-ED08-8AF3-CF1717448AC5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E20DF814-42EB-B8A9-3553-CDB62802B347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EE2B970-27C7-6577-C233-948168B46F21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1ED9F76B-91B8-C212-B175-1705E72B6FF2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73FC9280-4494-54B2-6942-E4953235BAF4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473F299-FF20-261C-593B-4DC4B145EE40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E17C386A-75B7-B1E6-4ACC-CD80118F9158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81EECBB-33D7-7CE1-8426-D7E8A407FE90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CA23F397-0469-F61B-052C-9C7F22E4D29B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C4962F7A-7939-34D8-A1EC-FF1F6A5FD8AA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A3DBB3B-A3C8-FE67-533A-39F8E6694693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7EF83975-C91B-7B36-87FF-6ECE3A897262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4E7C70C-AE91-4997-9C70-83BB22331FE0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C1B20782-F90C-8AEC-BC95-62457EADBD04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DFC6EB07-8EA2-AABB-94F1-6A7AD6B2AC7D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67B8AB3-A5B9-6D5E-FBE8-04527D37FD4D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5B4B58FA-1786-0270-0394-87796258AD27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12D5E22D-465F-870F-DDF8-3D484D8FB37C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719AD2E5-1443-AACA-5F33-BA59307BEC5E}"/>
              </a:ext>
            </a:extLst>
          </p:cNvPr>
          <p:cNvSpPr>
            <a:spLocks noGrp="1"/>
          </p:cNvSpPr>
          <p:nvPr/>
        </p:nvSpPr>
        <p:spPr>
          <a:xfrm>
            <a:off x="10469885" y="8160072"/>
            <a:ext cx="95" cy="1390650"/>
          </a:xfrm>
          <a:custGeom>
            <a:avLst/>
            <a:gdLst/>
            <a:ahLst/>
            <a:cxnLst/>
            <a:rect l="0" t="0" r="0" b="0"/>
            <a:pathLst>
              <a:path w="95" h="1390650">
                <a:moveTo>
                  <a:pt x="0" y="13906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76767CC0-7CBF-2889-A01F-D69FB3E2A10F}"/>
              </a:ext>
            </a:extLst>
          </p:cNvPr>
          <p:cNvSpPr>
            <a:spLocks noGrp="1"/>
          </p:cNvSpPr>
          <p:nvPr/>
        </p:nvSpPr>
        <p:spPr>
          <a:xfrm>
            <a:off x="10184134" y="9550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unded">
            <a:extLst>
              <a:ext uri="{FF2B5EF4-FFF2-40B4-BE49-F238E27FC236}">
                <a16:creationId xmlns:a16="http://schemas.microsoft.com/office/drawing/2014/main" id="{706AD585-C0CE-0526-F14A-C8CFF02BB686}"/>
              </a:ext>
            </a:extLst>
          </p:cNvPr>
          <p:cNvSpPr>
            <a:spLocks noGrp="1"/>
          </p:cNvSpPr>
          <p:nvPr/>
        </p:nvSpPr>
        <p:spPr>
          <a:xfrm>
            <a:off x="10211756" y="97497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30AD20B-E85D-C391-AD5D-80032DB001F2}"/>
              </a:ext>
            </a:extLst>
          </p:cNvPr>
          <p:cNvSpPr>
            <a:spLocks noGrp="1"/>
          </p:cNvSpPr>
          <p:nvPr/>
        </p:nvSpPr>
        <p:spPr>
          <a:xfrm>
            <a:off x="10092121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equipment">
            <a:extLst>
              <a:ext uri="{FF2B5EF4-FFF2-40B4-BE49-F238E27FC236}">
                <a16:creationId xmlns:a16="http://schemas.microsoft.com/office/drawing/2014/main" id="{4499FCD1-0BBF-2958-FD83-6F26644894F4}"/>
              </a:ext>
            </a:extLst>
          </p:cNvPr>
          <p:cNvSpPr>
            <a:spLocks noGrp="1"/>
          </p:cNvSpPr>
          <p:nvPr/>
        </p:nvSpPr>
        <p:spPr>
          <a:xfrm>
            <a:off x="10109839" y="18326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89" name="model">
            <a:extLst>
              <a:ext uri="{FF2B5EF4-FFF2-40B4-BE49-F238E27FC236}">
                <a16:creationId xmlns:a16="http://schemas.microsoft.com/office/drawing/2014/main" id="{16B53227-07B6-933F-DA54-57426A1824D4}"/>
              </a:ext>
            </a:extLst>
          </p:cNvPr>
          <p:cNvSpPr>
            <a:spLocks noGrp="1"/>
          </p:cNvSpPr>
          <p:nvPr/>
        </p:nvSpPr>
        <p:spPr>
          <a:xfrm>
            <a:off x="10258432" y="1969771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0A9F8225-E6F4-273F-C1BD-61BCBAB23FDA}"/>
              </a:ext>
            </a:extLst>
          </p:cNvPr>
          <p:cNvSpPr>
            <a:spLocks noGrp="1"/>
          </p:cNvSpPr>
          <p:nvPr/>
        </p:nvSpPr>
        <p:spPr>
          <a:xfrm>
            <a:off x="10473122" y="2130746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8656AAD8-3DF0-D5A9-47ED-8375728C867E}"/>
              </a:ext>
            </a:extLst>
          </p:cNvPr>
          <p:cNvSpPr>
            <a:spLocks noGrp="1"/>
          </p:cNvSpPr>
          <p:nvPr/>
        </p:nvSpPr>
        <p:spPr>
          <a:xfrm>
            <a:off x="10187372" y="22736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orrespond">
            <a:extLst>
              <a:ext uri="{FF2B5EF4-FFF2-40B4-BE49-F238E27FC236}">
                <a16:creationId xmlns:a16="http://schemas.microsoft.com/office/drawing/2014/main" id="{BE8E7785-A4A3-7111-A931-371EF47EB317}"/>
              </a:ext>
            </a:extLst>
          </p:cNvPr>
          <p:cNvSpPr>
            <a:spLocks noGrp="1"/>
          </p:cNvSpPr>
          <p:nvPr/>
        </p:nvSpPr>
        <p:spPr>
          <a:xfrm>
            <a:off x="10103647" y="2479363"/>
            <a:ext cx="73818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correspond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B54543F1-05B4-5E6B-9A00-4DC305D87B74}"/>
              </a:ext>
            </a:extLst>
          </p:cNvPr>
          <p:cNvSpPr>
            <a:spLocks noGrp="1"/>
          </p:cNvSpPr>
          <p:nvPr/>
        </p:nvSpPr>
        <p:spPr>
          <a:xfrm>
            <a:off x="12667112" y="1987871"/>
            <a:ext cx="1425511" cy="95"/>
          </a:xfrm>
          <a:custGeom>
            <a:avLst/>
            <a:gdLst/>
            <a:ahLst/>
            <a:cxnLst/>
            <a:rect l="0" t="0" r="0" b="0"/>
            <a:pathLst>
              <a:path w="1425511" h="95">
                <a:moveTo>
                  <a:pt x="142551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7C26867-E272-9D4B-EFB5-809AB2225653}"/>
              </a:ext>
            </a:extLst>
          </p:cNvPr>
          <p:cNvSpPr>
            <a:spLocks noGrp="1"/>
          </p:cNvSpPr>
          <p:nvPr/>
        </p:nvSpPr>
        <p:spPr>
          <a:xfrm>
            <a:off x="14092622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certification">
            <a:extLst>
              <a:ext uri="{FF2B5EF4-FFF2-40B4-BE49-F238E27FC236}">
                <a16:creationId xmlns:a16="http://schemas.microsoft.com/office/drawing/2014/main" id="{BA2A8F7C-AFFA-242C-CA1C-804A63A03309}"/>
              </a:ext>
            </a:extLst>
          </p:cNvPr>
          <p:cNvSpPr>
            <a:spLocks noGrp="1"/>
          </p:cNvSpPr>
          <p:nvPr/>
        </p:nvSpPr>
        <p:spPr>
          <a:xfrm>
            <a:off x="13961748" y="1901192"/>
            <a:ext cx="102298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certification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3546E5B-AEF8-151C-1B51-E003D9BF8A71}"/>
              </a:ext>
            </a:extLst>
          </p:cNvPr>
          <p:cNvSpPr>
            <a:spLocks noGrp="1"/>
          </p:cNvSpPr>
          <p:nvPr/>
        </p:nvSpPr>
        <p:spPr>
          <a:xfrm>
            <a:off x="14473622" y="2130743"/>
            <a:ext cx="95" cy="361950"/>
          </a:xfrm>
          <a:custGeom>
            <a:avLst/>
            <a:gdLst/>
            <a:ahLst/>
            <a:cxnLst/>
            <a:rect l="0" t="0" r="0" b="0"/>
            <a:pathLst>
              <a:path w="9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AD94BC0-1E8B-92FE-554C-2C4BDFAC642C}"/>
              </a:ext>
            </a:extLst>
          </p:cNvPr>
          <p:cNvSpPr>
            <a:spLocks noGrp="1"/>
          </p:cNvSpPr>
          <p:nvPr/>
        </p:nvSpPr>
        <p:spPr>
          <a:xfrm>
            <a:off x="14187872" y="249269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holds">
            <a:extLst>
              <a:ext uri="{FF2B5EF4-FFF2-40B4-BE49-F238E27FC236}">
                <a16:creationId xmlns:a16="http://schemas.microsoft.com/office/drawing/2014/main" id="{41E628E9-BFFC-5360-5A3A-037DC24AC0DF}"/>
              </a:ext>
            </a:extLst>
          </p:cNvPr>
          <p:cNvSpPr>
            <a:spLocks noGrp="1"/>
          </p:cNvSpPr>
          <p:nvPr/>
        </p:nvSpPr>
        <p:spPr>
          <a:xfrm>
            <a:off x="14258933" y="26917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holds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EEABFD29-9B56-DBF0-F021-9099EFC748DA}"/>
              </a:ext>
            </a:extLst>
          </p:cNvPr>
          <p:cNvSpPr>
            <a:spLocks noGrp="1"/>
          </p:cNvSpPr>
          <p:nvPr/>
        </p:nvSpPr>
        <p:spPr>
          <a:xfrm>
            <a:off x="10854121" y="3207071"/>
            <a:ext cx="2892076" cy="95"/>
          </a:xfrm>
          <a:custGeom>
            <a:avLst/>
            <a:gdLst/>
            <a:ahLst/>
            <a:cxnLst/>
            <a:rect l="0" t="0" r="0" b="0"/>
            <a:pathLst>
              <a:path w="2892076" h="95">
                <a:moveTo>
                  <a:pt x="2892076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47E29EE-D019-7C38-353D-8A26713866DF}"/>
              </a:ext>
            </a:extLst>
          </p:cNvPr>
          <p:cNvSpPr>
            <a:spLocks noGrp="1"/>
          </p:cNvSpPr>
          <p:nvPr/>
        </p:nvSpPr>
        <p:spPr>
          <a:xfrm>
            <a:off x="13729529" y="317373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113DE92B-2C48-4E3D-5389-8EDA87C90C92}"/>
              </a:ext>
            </a:extLst>
          </p:cNvPr>
          <p:cNvSpPr>
            <a:spLocks noGrp="1"/>
          </p:cNvSpPr>
          <p:nvPr/>
        </p:nvSpPr>
        <p:spPr>
          <a:xfrm>
            <a:off x="1380687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uses">
            <a:extLst>
              <a:ext uri="{FF2B5EF4-FFF2-40B4-BE49-F238E27FC236}">
                <a16:creationId xmlns:a16="http://schemas.microsoft.com/office/drawing/2014/main" id="{46AB69FB-97A1-0081-CF88-E35EB5412781}"/>
              </a:ext>
            </a:extLst>
          </p:cNvPr>
          <p:cNvSpPr>
            <a:spLocks noGrp="1"/>
          </p:cNvSpPr>
          <p:nvPr/>
        </p:nvSpPr>
        <p:spPr>
          <a:xfrm>
            <a:off x="13915073" y="3120392"/>
            <a:ext cx="35433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0EA93D5F-BC49-CFF5-358E-DD8BAC133965}"/>
              </a:ext>
            </a:extLst>
          </p:cNvPr>
          <p:cNvSpPr>
            <a:spLocks noGrp="1"/>
          </p:cNvSpPr>
          <p:nvPr/>
        </p:nvSpPr>
        <p:spPr>
          <a:xfrm>
            <a:off x="10854121" y="1987871"/>
            <a:ext cx="1145286" cy="95"/>
          </a:xfrm>
          <a:custGeom>
            <a:avLst/>
            <a:gdLst/>
            <a:ahLst/>
            <a:cxnLst/>
            <a:rect l="0" t="0" r="0" b="0"/>
            <a:pathLst>
              <a:path w="1145286" h="95">
                <a:moveTo>
                  <a:pt x="1145286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212E0C50-4B70-6EE3-8B99-ECA86A74DDBF}"/>
              </a:ext>
            </a:extLst>
          </p:cNvPr>
          <p:cNvSpPr>
            <a:spLocks noGrp="1"/>
          </p:cNvSpPr>
          <p:nvPr/>
        </p:nvSpPr>
        <p:spPr>
          <a:xfrm>
            <a:off x="11977979" y="194501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104FB49-8C87-2862-FE06-47CDE7A8E4BF}"/>
              </a:ext>
            </a:extLst>
          </p:cNvPr>
          <p:cNvSpPr>
            <a:spLocks noGrp="1"/>
          </p:cNvSpPr>
          <p:nvPr/>
        </p:nvSpPr>
        <p:spPr>
          <a:xfrm>
            <a:off x="12095611" y="17021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quires">
            <a:extLst>
              <a:ext uri="{FF2B5EF4-FFF2-40B4-BE49-F238E27FC236}">
                <a16:creationId xmlns:a16="http://schemas.microsoft.com/office/drawing/2014/main" id="{5F8E5206-77C1-BED6-F954-FF4DE22EF2BB}"/>
              </a:ext>
            </a:extLst>
          </p:cNvPr>
          <p:cNvSpPr>
            <a:spLocks noGrp="1"/>
          </p:cNvSpPr>
          <p:nvPr/>
        </p:nvSpPr>
        <p:spPr>
          <a:xfrm>
            <a:off x="12051984" y="19011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requires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2CC0E396-F4C5-5ECE-C6D4-F6785BBCA4BF}"/>
              </a:ext>
            </a:extLst>
          </p:cNvPr>
          <p:cNvSpPr>
            <a:spLocks noGrp="1"/>
          </p:cNvSpPr>
          <p:nvPr/>
        </p:nvSpPr>
        <p:spPr>
          <a:xfrm>
            <a:off x="8660134" y="7874322"/>
            <a:ext cx="94298" cy="95"/>
          </a:xfrm>
          <a:custGeom>
            <a:avLst/>
            <a:gdLst/>
            <a:ahLst/>
            <a:cxnLst/>
            <a:rect l="0" t="0" r="0" b="0"/>
            <a:pathLst>
              <a:path w="94298" h="95">
                <a:moveTo>
                  <a:pt x="0" y="0"/>
                </a:moveTo>
                <a:lnTo>
                  <a:pt x="94298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ECB1ACBC-0578-C923-229F-93A468DB261A}"/>
              </a:ext>
            </a:extLst>
          </p:cNvPr>
          <p:cNvSpPr>
            <a:spLocks noGrp="1"/>
          </p:cNvSpPr>
          <p:nvPr/>
        </p:nvSpPr>
        <p:spPr>
          <a:xfrm>
            <a:off x="8733003" y="7831461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E7A3A395-2953-7028-3D9B-FEC25A2CC74E}"/>
              </a:ext>
            </a:extLst>
          </p:cNvPr>
          <p:cNvSpPr>
            <a:spLocks noGrp="1"/>
          </p:cNvSpPr>
          <p:nvPr/>
        </p:nvSpPr>
        <p:spPr>
          <a:xfrm>
            <a:off x="8088634" y="8017199"/>
            <a:ext cx="701326" cy="1057275"/>
          </a:xfrm>
          <a:custGeom>
            <a:avLst/>
            <a:gdLst/>
            <a:ahLst/>
            <a:cxnLst/>
            <a:rect l="0" t="0" r="0" b="0"/>
            <a:pathLst>
              <a:path w="701326" h="1057275">
                <a:moveTo>
                  <a:pt x="0" y="0"/>
                </a:moveTo>
                <a:lnTo>
                  <a:pt x="0" y="1057275"/>
                </a:lnTo>
                <a:lnTo>
                  <a:pt x="701326" y="1057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6CD38B32-6584-D62C-9561-41F4CD1EEDF6}"/>
              </a:ext>
            </a:extLst>
          </p:cNvPr>
          <p:cNvSpPr>
            <a:spLocks noGrp="1"/>
          </p:cNvSpPr>
          <p:nvPr/>
        </p:nvSpPr>
        <p:spPr>
          <a:xfrm>
            <a:off x="8773292" y="9041134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29ADED7-9A06-3356-3909-145489D9B3C8}"/>
              </a:ext>
            </a:extLst>
          </p:cNvPr>
          <p:cNvSpPr>
            <a:spLocks noGrp="1"/>
          </p:cNvSpPr>
          <p:nvPr/>
        </p:nvSpPr>
        <p:spPr>
          <a:xfrm>
            <a:off x="789813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reservation">
            <a:extLst>
              <a:ext uri="{FF2B5EF4-FFF2-40B4-BE49-F238E27FC236}">
                <a16:creationId xmlns:a16="http://schemas.microsoft.com/office/drawing/2014/main" id="{68BA6084-23A1-A2D4-37E4-AAC44B5F2583}"/>
              </a:ext>
            </a:extLst>
          </p:cNvPr>
          <p:cNvSpPr>
            <a:spLocks noGrp="1"/>
          </p:cNvSpPr>
          <p:nvPr/>
        </p:nvSpPr>
        <p:spPr>
          <a:xfrm>
            <a:off x="7835272" y="7787640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reservation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5A5A36AC-9BE1-639C-A1C2-26AB343909D6}"/>
              </a:ext>
            </a:extLst>
          </p:cNvPr>
          <p:cNvSpPr>
            <a:spLocks noGrp="1"/>
          </p:cNvSpPr>
          <p:nvPr/>
        </p:nvSpPr>
        <p:spPr>
          <a:xfrm>
            <a:off x="9422131" y="7874322"/>
            <a:ext cx="666750" cy="95"/>
          </a:xfrm>
          <a:custGeom>
            <a:avLst/>
            <a:gdLst/>
            <a:ahLst/>
            <a:cxnLst/>
            <a:rect l="0" t="0" r="0" b="0"/>
            <a:pathLst>
              <a:path w="666750" h="9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4B32D502-1CFC-175D-01FE-C915CD80EC18}"/>
              </a:ext>
            </a:extLst>
          </p:cNvPr>
          <p:cNvSpPr>
            <a:spLocks noGrp="1"/>
          </p:cNvSpPr>
          <p:nvPr/>
        </p:nvSpPr>
        <p:spPr>
          <a:xfrm>
            <a:off x="8850634" y="758857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booked for">
            <a:extLst>
              <a:ext uri="{FF2B5EF4-FFF2-40B4-BE49-F238E27FC236}">
                <a16:creationId xmlns:a16="http://schemas.microsoft.com/office/drawing/2014/main" id="{D43ECB92-BA8A-DE21-BBC4-171B0BD3181D}"/>
              </a:ext>
            </a:extLst>
          </p:cNvPr>
          <p:cNvSpPr>
            <a:spLocks noGrp="1"/>
          </p:cNvSpPr>
          <p:nvPr/>
        </p:nvSpPr>
        <p:spPr>
          <a:xfrm>
            <a:off x="8822539" y="7807647"/>
            <a:ext cx="614363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booked for</a:t>
            </a: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B8FD4EA8-C8BD-AB3D-BBC4-867746B31FA4}"/>
              </a:ext>
            </a:extLst>
          </p:cNvPr>
          <p:cNvSpPr>
            <a:spLocks noGrp="1"/>
          </p:cNvSpPr>
          <p:nvPr/>
        </p:nvSpPr>
        <p:spPr>
          <a:xfrm>
            <a:off x="8469631" y="8017196"/>
            <a:ext cx="284798" cy="457200"/>
          </a:xfrm>
          <a:custGeom>
            <a:avLst/>
            <a:gdLst/>
            <a:ahLst/>
            <a:cxnLst/>
            <a:rect l="0" t="0" r="0" b="0"/>
            <a:pathLst>
              <a:path w="284798" h="457200">
                <a:moveTo>
                  <a:pt x="284798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C3C73A65-B6DE-46AB-F8BA-D5DEA5DFEE02}"/>
              </a:ext>
            </a:extLst>
          </p:cNvPr>
          <p:cNvSpPr>
            <a:spLocks noGrp="1"/>
          </p:cNvSpPr>
          <p:nvPr/>
        </p:nvSpPr>
        <p:spPr>
          <a:xfrm>
            <a:off x="8733003" y="843153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1C905503-2AC5-CE02-6ABF-3291AFE02AE9}"/>
              </a:ext>
            </a:extLst>
          </p:cNvPr>
          <p:cNvSpPr>
            <a:spLocks noGrp="1"/>
          </p:cNvSpPr>
          <p:nvPr/>
        </p:nvSpPr>
        <p:spPr>
          <a:xfrm>
            <a:off x="8850634" y="818864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makes">
            <a:extLst>
              <a:ext uri="{FF2B5EF4-FFF2-40B4-BE49-F238E27FC236}">
                <a16:creationId xmlns:a16="http://schemas.microsoft.com/office/drawing/2014/main" id="{E35B89BF-0035-5C2F-67C3-C4B034ED6F9D}"/>
              </a:ext>
            </a:extLst>
          </p:cNvPr>
          <p:cNvSpPr>
            <a:spLocks noGrp="1"/>
          </p:cNvSpPr>
          <p:nvPr/>
        </p:nvSpPr>
        <p:spPr>
          <a:xfrm>
            <a:off x="8915408" y="838771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makes</a:t>
            </a: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E6A69CE0-D450-DD8A-A25C-331DEE0EE311}"/>
              </a:ext>
            </a:extLst>
          </p:cNvPr>
          <p:cNvSpPr>
            <a:spLocks noGrp="1"/>
          </p:cNvSpPr>
          <p:nvPr/>
        </p:nvSpPr>
        <p:spPr>
          <a:xfrm>
            <a:off x="9901619" y="3207071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8276E7F4-32F3-89E1-B00E-E7EE032269AF}"/>
              </a:ext>
            </a:extLst>
          </p:cNvPr>
          <p:cNvSpPr>
            <a:spLocks noGrp="1"/>
          </p:cNvSpPr>
          <p:nvPr/>
        </p:nvSpPr>
        <p:spPr>
          <a:xfrm>
            <a:off x="8279131" y="3492824"/>
            <a:ext cx="1336738" cy="4238625"/>
          </a:xfrm>
          <a:custGeom>
            <a:avLst/>
            <a:gdLst/>
            <a:ahLst/>
            <a:cxnLst/>
            <a:rect l="0" t="0" r="0" b="0"/>
            <a:pathLst>
              <a:path w="1336738" h="4238625">
                <a:moveTo>
                  <a:pt x="1336738" y="0"/>
                </a:moveTo>
                <a:lnTo>
                  <a:pt x="1335881" y="4010025"/>
                </a:lnTo>
                <a:lnTo>
                  <a:pt x="0" y="4010025"/>
                </a:lnTo>
                <a:lnTo>
                  <a:pt x="0" y="42386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07883D8C-F1D3-12A0-AA7A-E7F6886053E0}"/>
              </a:ext>
            </a:extLst>
          </p:cNvPr>
          <p:cNvSpPr>
            <a:spLocks noGrp="1"/>
          </p:cNvSpPr>
          <p:nvPr/>
        </p:nvSpPr>
        <p:spPr>
          <a:xfrm>
            <a:off x="933012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reserves">
            <a:extLst>
              <a:ext uri="{FF2B5EF4-FFF2-40B4-BE49-F238E27FC236}">
                <a16:creationId xmlns:a16="http://schemas.microsoft.com/office/drawing/2014/main" id="{F2D5A97B-518E-67D2-F8AB-525FADC00EFB}"/>
              </a:ext>
            </a:extLst>
          </p:cNvPr>
          <p:cNvSpPr>
            <a:spLocks noGrp="1"/>
          </p:cNvSpPr>
          <p:nvPr/>
        </p:nvSpPr>
        <p:spPr>
          <a:xfrm>
            <a:off x="9289734" y="31203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reserves</a:t>
            </a: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84C735B3-DC1C-3905-65FB-EFE59EC554A4}"/>
              </a:ext>
            </a:extLst>
          </p:cNvPr>
          <p:cNvSpPr>
            <a:spLocks noGrp="1"/>
          </p:cNvSpPr>
          <p:nvPr/>
        </p:nvSpPr>
        <p:spPr>
          <a:xfrm>
            <a:off x="8850634" y="8788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approves">
            <a:extLst>
              <a:ext uri="{FF2B5EF4-FFF2-40B4-BE49-F238E27FC236}">
                <a16:creationId xmlns:a16="http://schemas.microsoft.com/office/drawing/2014/main" id="{55B5B3E0-F8F7-C2F2-50EB-2DE7E5CF9DFE}"/>
              </a:ext>
            </a:extLst>
          </p:cNvPr>
          <p:cNvSpPr>
            <a:spLocks noGrp="1"/>
          </p:cNvSpPr>
          <p:nvPr/>
        </p:nvSpPr>
        <p:spPr>
          <a:xfrm>
            <a:off x="8803959" y="89877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643BBF7-6477-2185-4478-86BBD2FF746F}"/>
              </a:ext>
            </a:extLst>
          </p:cNvPr>
          <p:cNvSpPr>
            <a:spLocks noGrp="1"/>
          </p:cNvSpPr>
          <p:nvPr/>
        </p:nvSpPr>
        <p:spPr>
          <a:xfrm>
            <a:off x="17899381" y="930593"/>
            <a:ext cx="762000" cy="2857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maintenance">
            <a:extLst>
              <a:ext uri="{FF2B5EF4-FFF2-40B4-BE49-F238E27FC236}">
                <a16:creationId xmlns:a16="http://schemas.microsoft.com/office/drawing/2014/main" id="{C401D1BD-6FAC-FC97-00F1-8A4797BAA9CF}"/>
              </a:ext>
            </a:extLst>
          </p:cNvPr>
          <p:cNvSpPr>
            <a:spLocks noGrp="1"/>
          </p:cNvSpPr>
          <p:nvPr/>
        </p:nvSpPr>
        <p:spPr>
          <a:xfrm>
            <a:off x="17836518" y="927175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29" name="operations">
            <a:extLst>
              <a:ext uri="{FF2B5EF4-FFF2-40B4-BE49-F238E27FC236}">
                <a16:creationId xmlns:a16="http://schemas.microsoft.com/office/drawing/2014/main" id="{AD5F9F1E-C1D3-B9E7-61A9-209ACEDF5EA3}"/>
              </a:ext>
            </a:extLst>
          </p:cNvPr>
          <p:cNvSpPr>
            <a:spLocks noGrp="1"/>
          </p:cNvSpPr>
          <p:nvPr/>
        </p:nvSpPr>
        <p:spPr>
          <a:xfrm>
            <a:off x="17873663" y="1055370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423708D9-0FA3-EC4A-9F48-F6A6C0837C37}"/>
              </a:ext>
            </a:extLst>
          </p:cNvPr>
          <p:cNvSpPr>
            <a:spLocks noGrp="1"/>
          </p:cNvSpPr>
          <p:nvPr/>
        </p:nvSpPr>
        <p:spPr>
          <a:xfrm>
            <a:off x="11723371" y="1073469"/>
            <a:ext cx="6176010" cy="95"/>
          </a:xfrm>
          <a:custGeom>
            <a:avLst/>
            <a:gdLst/>
            <a:ahLst/>
            <a:cxnLst/>
            <a:rect l="0" t="0" r="0" b="0"/>
            <a:pathLst>
              <a:path w="6176010" h="95">
                <a:moveTo>
                  <a:pt x="0" y="0"/>
                </a:moveTo>
                <a:lnTo>
                  <a:pt x="10722" y="0"/>
                </a:lnTo>
                <a:lnTo>
                  <a:pt x="42889" y="0"/>
                </a:lnTo>
                <a:lnTo>
                  <a:pt x="96500" y="0"/>
                </a:lnTo>
                <a:lnTo>
                  <a:pt x="171556" y="0"/>
                </a:lnTo>
                <a:lnTo>
                  <a:pt x="268056" y="0"/>
                </a:lnTo>
                <a:lnTo>
                  <a:pt x="386001" y="0"/>
                </a:lnTo>
                <a:lnTo>
                  <a:pt x="525390" y="0"/>
                </a:lnTo>
                <a:lnTo>
                  <a:pt x="686223" y="0"/>
                </a:lnTo>
                <a:lnTo>
                  <a:pt x="868501" y="0"/>
                </a:lnTo>
                <a:lnTo>
                  <a:pt x="1072224" y="0"/>
                </a:lnTo>
                <a:lnTo>
                  <a:pt x="1297391" y="0"/>
                </a:lnTo>
                <a:lnTo>
                  <a:pt x="1544002" y="0"/>
                </a:lnTo>
                <a:lnTo>
                  <a:pt x="1812058" y="0"/>
                </a:lnTo>
                <a:lnTo>
                  <a:pt x="2101559" y="0"/>
                </a:lnTo>
                <a:lnTo>
                  <a:pt x="2412504" y="0"/>
                </a:lnTo>
                <a:lnTo>
                  <a:pt x="2744893" y="0"/>
                </a:lnTo>
                <a:lnTo>
                  <a:pt x="3098727" y="0"/>
                </a:lnTo>
                <a:lnTo>
                  <a:pt x="3474006" y="0"/>
                </a:lnTo>
                <a:lnTo>
                  <a:pt x="3870728" y="0"/>
                </a:lnTo>
                <a:lnTo>
                  <a:pt x="4288896" y="0"/>
                </a:lnTo>
                <a:lnTo>
                  <a:pt x="4728508" y="0"/>
                </a:lnTo>
                <a:lnTo>
                  <a:pt x="5189564" y="0"/>
                </a:lnTo>
                <a:lnTo>
                  <a:pt x="5672065" y="0"/>
                </a:lnTo>
                <a:lnTo>
                  <a:pt x="617601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EFCD2382-9D35-9E3E-6EDC-A4FF16F5A5CC}"/>
              </a:ext>
            </a:extLst>
          </p:cNvPr>
          <p:cNvSpPr>
            <a:spLocks noGrp="1"/>
          </p:cNvSpPr>
          <p:nvPr/>
        </p:nvSpPr>
        <p:spPr>
          <a:xfrm>
            <a:off x="11644791" y="102108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C8E7CAB8-604C-F404-8D0F-0B1954FB86B9}"/>
              </a:ext>
            </a:extLst>
          </p:cNvPr>
          <p:cNvSpPr>
            <a:spLocks noGrp="1"/>
          </p:cNvSpPr>
          <p:nvPr/>
        </p:nvSpPr>
        <p:spPr>
          <a:xfrm>
            <a:off x="10853265" y="1359221"/>
            <a:ext cx="473869" cy="1704975"/>
          </a:xfrm>
          <a:custGeom>
            <a:avLst/>
            <a:gdLst/>
            <a:ahLst/>
            <a:cxnLst/>
            <a:rect l="0" t="0" r="0" b="0"/>
            <a:pathLst>
              <a:path w="473869" h="1704975">
                <a:moveTo>
                  <a:pt x="473869" y="0"/>
                </a:moveTo>
                <a:lnTo>
                  <a:pt x="473869" y="852487"/>
                </a:lnTo>
                <a:lnTo>
                  <a:pt x="0" y="852487"/>
                </a:lnTo>
                <a:lnTo>
                  <a:pt x="857" y="17049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77AAE024-D8F5-16A7-35D5-F8D3FC9C504E}"/>
              </a:ext>
            </a:extLst>
          </p:cNvPr>
          <p:cNvSpPr>
            <a:spLocks noGrp="1"/>
          </p:cNvSpPr>
          <p:nvPr/>
        </p:nvSpPr>
        <p:spPr>
          <a:xfrm>
            <a:off x="11041381" y="787718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has">
            <a:extLst>
              <a:ext uri="{FF2B5EF4-FFF2-40B4-BE49-F238E27FC236}">
                <a16:creationId xmlns:a16="http://schemas.microsoft.com/office/drawing/2014/main" id="{B847C5FA-993A-D7B4-9EEA-5E01CA8E9B9C}"/>
              </a:ext>
            </a:extLst>
          </p:cNvPr>
          <p:cNvSpPr>
            <a:spLocks noGrp="1"/>
          </p:cNvSpPr>
          <p:nvPr/>
        </p:nvSpPr>
        <p:spPr>
          <a:xfrm>
            <a:off x="11180448" y="986790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B4FAEB0D-6736-5B25-C681-2997F2F49EA2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A7A0A5A3-E636-A9F9-E2EF-18E7082A2D4B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479FA1FD-5338-0E9F-5C75-1E828F68D533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6F5BF546-D2FA-EF10-68ED-E67226F07F45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43AD8C3-F7D7-0A4F-2E46-73AEB6FF7669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A57C0912-F5F0-4C11-CD77-058D826CFA0A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19C8BAD-D12E-A212-6A11-A805A96080AB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DF68DD01-20BE-013E-A246-40CCFB2C5EF9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33C83D8F-16BD-9FAB-1AE3-E4E6ED6DF108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C4831222-D137-8B5F-72C3-E28E35F79734}"/>
              </a:ext>
            </a:extLst>
          </p:cNvPr>
          <p:cNvSpPr>
            <a:spLocks noGrp="1"/>
          </p:cNvSpPr>
          <p:nvPr/>
        </p:nvSpPr>
        <p:spPr>
          <a:xfrm>
            <a:off x="18280384" y="10350822"/>
            <a:ext cx="95" cy="2581275"/>
          </a:xfrm>
          <a:custGeom>
            <a:avLst/>
            <a:gdLst/>
            <a:ahLst/>
            <a:cxnLst/>
            <a:rect l="0" t="0" r="0" b="0"/>
            <a:pathLst>
              <a:path w="95" h="2581275">
                <a:moveTo>
                  <a:pt x="0" y="0"/>
                </a:moveTo>
                <a:lnTo>
                  <a:pt x="0" y="4481"/>
                </a:lnTo>
                <a:lnTo>
                  <a:pt x="0" y="17926"/>
                </a:lnTo>
                <a:lnTo>
                  <a:pt x="0" y="40332"/>
                </a:lnTo>
                <a:lnTo>
                  <a:pt x="0" y="71702"/>
                </a:lnTo>
                <a:lnTo>
                  <a:pt x="0" y="112035"/>
                </a:lnTo>
                <a:lnTo>
                  <a:pt x="0" y="161330"/>
                </a:lnTo>
                <a:lnTo>
                  <a:pt x="0" y="219588"/>
                </a:lnTo>
                <a:lnTo>
                  <a:pt x="0" y="286808"/>
                </a:lnTo>
                <a:lnTo>
                  <a:pt x="0" y="362992"/>
                </a:lnTo>
                <a:lnTo>
                  <a:pt x="0" y="448138"/>
                </a:lnTo>
                <a:lnTo>
                  <a:pt x="0" y="542247"/>
                </a:lnTo>
                <a:lnTo>
                  <a:pt x="0" y="645319"/>
                </a:lnTo>
                <a:lnTo>
                  <a:pt x="0" y="757353"/>
                </a:lnTo>
                <a:lnTo>
                  <a:pt x="0" y="878351"/>
                </a:lnTo>
                <a:lnTo>
                  <a:pt x="0" y="1008311"/>
                </a:lnTo>
                <a:lnTo>
                  <a:pt x="0" y="1147233"/>
                </a:lnTo>
                <a:lnTo>
                  <a:pt x="0" y="1295119"/>
                </a:lnTo>
                <a:lnTo>
                  <a:pt x="0" y="1451967"/>
                </a:lnTo>
                <a:lnTo>
                  <a:pt x="0" y="1617778"/>
                </a:lnTo>
                <a:lnTo>
                  <a:pt x="0" y="1792552"/>
                </a:lnTo>
                <a:lnTo>
                  <a:pt x="0" y="1976289"/>
                </a:lnTo>
                <a:lnTo>
                  <a:pt x="0" y="2168988"/>
                </a:lnTo>
                <a:lnTo>
                  <a:pt x="0" y="2370650"/>
                </a:lnTo>
                <a:lnTo>
                  <a:pt x="0" y="2581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52025A6E-FF3D-22D5-C3CD-6714C1FDEF81}"/>
              </a:ext>
            </a:extLst>
          </p:cNvPr>
          <p:cNvSpPr>
            <a:spLocks noGrp="1"/>
          </p:cNvSpPr>
          <p:nvPr/>
        </p:nvSpPr>
        <p:spPr>
          <a:xfrm>
            <a:off x="18280384" y="1216346"/>
            <a:ext cx="95" cy="8452485"/>
          </a:xfrm>
          <a:custGeom>
            <a:avLst/>
            <a:gdLst/>
            <a:ahLst/>
            <a:cxnLst/>
            <a:rect l="0" t="0" r="0" b="0"/>
            <a:pathLst>
              <a:path w="95" h="8452485">
                <a:moveTo>
                  <a:pt x="0" y="845248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864E6DEC-4AA3-6335-1D84-6F933409430C}"/>
              </a:ext>
            </a:extLst>
          </p:cNvPr>
          <p:cNvSpPr>
            <a:spLocks noGrp="1"/>
          </p:cNvSpPr>
          <p:nvPr/>
        </p:nvSpPr>
        <p:spPr>
          <a:xfrm>
            <a:off x="18227996" y="96426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8ADD65DD-D39C-D91F-966E-3A7C461F03DB}"/>
              </a:ext>
            </a:extLst>
          </p:cNvPr>
          <p:cNvSpPr>
            <a:spLocks noGrp="1"/>
          </p:cNvSpPr>
          <p:nvPr/>
        </p:nvSpPr>
        <p:spPr>
          <a:xfrm>
            <a:off x="17994634" y="9779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carried out">
            <a:extLst>
              <a:ext uri="{FF2B5EF4-FFF2-40B4-BE49-F238E27FC236}">
                <a16:creationId xmlns:a16="http://schemas.microsoft.com/office/drawing/2014/main" id="{7F44EFA7-1BF6-4446-A7AB-45C873D8BA99}"/>
              </a:ext>
            </a:extLst>
          </p:cNvPr>
          <p:cNvSpPr>
            <a:spLocks noGrp="1"/>
          </p:cNvSpPr>
          <p:nvPr/>
        </p:nvSpPr>
        <p:spPr>
          <a:xfrm>
            <a:off x="17836522" y="9978391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carried out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4096ED61-FD89-9E31-42D7-7026760B8F37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85ABFF3D-EA27-15AA-42C0-771171B0A05F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FCE461-E8DE-83D6-0695-6B28320F55B4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8</a:t>
            </a:r>
          </a:p>
        </p:txBody>
      </p:sp>
    </p:spTree>
    <p:extLst>
      <p:ext uri="{BB962C8B-B14F-4D97-AF65-F5344CB8AC3E}">
        <p14:creationId xmlns:p14="http://schemas.microsoft.com/office/powerpoint/2010/main" val="131334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03567-BDAC-0FF7-A719-4A1E44DD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C97B74-2348-39E6-A30F-06F4ACF30D27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F5C1E4-20D5-FD16-7EF4-79515B473B23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D2E548D-5090-6537-D95B-DF9CD01F0427}"/>
              </a:ext>
            </a:extLst>
          </p:cNvPr>
          <p:cNvSpPr>
            <a:spLocks noGrp="1"/>
          </p:cNvSpPr>
          <p:nvPr/>
        </p:nvSpPr>
        <p:spPr>
          <a:xfrm>
            <a:off x="14089381" y="3492821"/>
            <a:ext cx="3238" cy="4229100"/>
          </a:xfrm>
          <a:custGeom>
            <a:avLst/>
            <a:gdLst/>
            <a:ahLst/>
            <a:cxnLst/>
            <a:rect l="0" t="0" r="0" b="0"/>
            <a:pathLst>
              <a:path w="3238" h="4229100">
                <a:moveTo>
                  <a:pt x="0" y="4229100"/>
                </a:moveTo>
                <a:lnTo>
                  <a:pt x="0" y="2114550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BCF8F13-3927-E5CD-8CEF-4A17D1A12A15}"/>
              </a:ext>
            </a:extLst>
          </p:cNvPr>
          <p:cNvSpPr>
            <a:spLocks noGrp="1"/>
          </p:cNvSpPr>
          <p:nvPr/>
        </p:nvSpPr>
        <p:spPr>
          <a:xfrm>
            <a:off x="14470381" y="3064197"/>
            <a:ext cx="3238" cy="4657725"/>
          </a:xfrm>
          <a:custGeom>
            <a:avLst/>
            <a:gdLst/>
            <a:ahLst/>
            <a:cxnLst/>
            <a:rect l="0" t="0" r="0" b="0"/>
            <a:pathLst>
              <a:path w="3238" h="4657725">
                <a:moveTo>
                  <a:pt x="0" y="4657725"/>
                </a:moveTo>
                <a:lnTo>
                  <a:pt x="0" y="2328863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EA0A92C-1285-E107-1FEC-9542EC0AB9CC}"/>
              </a:ext>
            </a:extLst>
          </p:cNvPr>
          <p:cNvSpPr>
            <a:spLocks noGrp="1"/>
          </p:cNvSpPr>
          <p:nvPr/>
        </p:nvSpPr>
        <p:spPr>
          <a:xfrm>
            <a:off x="9422131" y="8007675"/>
            <a:ext cx="4476750" cy="466725"/>
          </a:xfrm>
          <a:custGeom>
            <a:avLst/>
            <a:gdLst/>
            <a:ahLst/>
            <a:cxnLst/>
            <a:rect l="0" t="0" r="0" b="0"/>
            <a:pathLst>
              <a:path w="4476750" h="466725">
                <a:moveTo>
                  <a:pt x="4476750" y="0"/>
                </a:moveTo>
                <a:lnTo>
                  <a:pt x="4476750" y="466725"/>
                </a:lnTo>
                <a:lnTo>
                  <a:pt x="0" y="4667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6160A1-AD17-AFEC-5B87-F533556ABAF6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FBE0054-9DC5-00CF-AC77-BF3EC9A8A5E7}"/>
              </a:ext>
            </a:extLst>
          </p:cNvPr>
          <p:cNvSpPr>
            <a:spLocks noGrp="1"/>
          </p:cNvSpPr>
          <p:nvPr/>
        </p:nvSpPr>
        <p:spPr>
          <a:xfrm>
            <a:off x="9422131" y="8007668"/>
            <a:ext cx="4667250" cy="1066800"/>
          </a:xfrm>
          <a:custGeom>
            <a:avLst/>
            <a:gdLst/>
            <a:ahLst/>
            <a:cxnLst/>
            <a:rect l="0" t="0" r="0" b="0"/>
            <a:pathLst>
              <a:path w="4667250" h="1066800">
                <a:moveTo>
                  <a:pt x="4667250" y="0"/>
                </a:moveTo>
                <a:lnTo>
                  <a:pt x="4667250" y="1066800"/>
                </a:lnTo>
                <a:lnTo>
                  <a:pt x="0" y="10668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269B92-F58D-091A-A3A4-D06BB1C2560A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AA4C66-17DC-6B2F-4B8A-821E34874F0F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D03FF17C-6B79-17EC-BC0B-4F5E1E24BBD4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B183CD-D7C1-FAF1-D9A1-B94FE73A2ACE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1E15F-1A4D-9CE0-0BBF-ED94272BFCC7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2E392C0E-3D53-2DDA-F966-59F7654E5771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16A036-1CE6-6CF8-335B-03BE4258CB15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4FF17D7-F0EA-0414-A794-539A1FD07769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E109AC8-4DB4-88F8-FC3F-317CF433B80B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81AABC-5E2F-BD10-83C5-86CBED72CDCB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ACECF9AE-865F-8650-F360-C34957C6C749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DB3EF82-B23B-1B5A-3D33-1043621A8565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C01E8A9-0AC7-B5C9-5F90-4939C2F7BB7D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A0F9287-1C3E-81A9-A58F-A94E8D0F6ABC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0702C5B9-6209-9FAD-55F3-45F55C753D42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09F4661-E8A6-7659-8494-BE9B9030686B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9516EFA-AD7B-7617-5276-79AA3D4ACFB1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B8520B69-841C-3A8E-82C2-7CD5BF569283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B8C9697-0830-5E18-276D-3100AE556953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D7C1E-E1F1-9EAF-507F-8B83F19321E3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C5B21B1-E33E-8431-4ED6-5543D63837BB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E84A852F-3EB1-9D1A-7EAC-9B1507C79B13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6FBB9A8-4B30-3448-F95B-7281C72EE952}"/>
              </a:ext>
            </a:extLst>
          </p:cNvPr>
          <p:cNvSpPr>
            <a:spLocks noGrp="1"/>
          </p:cNvSpPr>
          <p:nvPr/>
        </p:nvSpPr>
        <p:spPr>
          <a:xfrm>
            <a:off x="14375131" y="11017569"/>
            <a:ext cx="666750" cy="190500"/>
          </a:xfrm>
          <a:custGeom>
            <a:avLst/>
            <a:gdLst/>
            <a:ahLst/>
            <a:cxnLst/>
            <a:rect l="0" t="0" r="0" b="0"/>
            <a:pathLst>
              <a:path w="666750" h="190500">
                <a:moveTo>
                  <a:pt x="666750" y="0"/>
                </a:moveTo>
                <a:lnTo>
                  <a:pt x="666750" y="190500"/>
                </a:lnTo>
                <a:lnTo>
                  <a:pt x="0" y="1905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CD1374-CBC3-E923-880D-DF9B9554EF03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066CBA1F-A588-298A-B7E2-142E66DD5BED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5848E58-0415-930C-D083-C4DB26AA3636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0D31CE-1C2B-4496-074F-3EFB98276DCA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DAA18B1E-B4EE-7B26-C753-F48751CA909C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1B4F470-ED37-981E-4541-03DA51466FC9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477B8CD-A0A4-F136-9F78-D7A2017BD44E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CDC5A38E-4329-F5FE-EAA5-D84206A5F83F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0239012-EB88-8CD2-3E4D-0AD504E54924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219E462-8F1B-5290-0936-B87C05918272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77C02E1-306C-6B07-1A7A-85684AD32BF1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DFBD53-0ED6-0E71-C0F7-669C2CE1DB60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41AAAC32-B4A1-6049-DEE7-BA9770ED35FD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729A59E-FB85-EFCF-CB76-76C8A6576956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66A4F9F-43C3-2C87-29FE-9DA6AD8201E9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05ED650-9526-C43A-8E61-4A9F9D35A444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B3CBB44C-291A-E232-56EA-38D5864CF10E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D5C43C1-73ED-8F0F-7D8F-44904ACABBE2}"/>
              </a:ext>
            </a:extLst>
          </p:cNvPr>
          <p:cNvSpPr>
            <a:spLocks noGrp="1"/>
          </p:cNvSpPr>
          <p:nvPr/>
        </p:nvSpPr>
        <p:spPr>
          <a:xfrm>
            <a:off x="10755632" y="9836474"/>
            <a:ext cx="1524000" cy="428625"/>
          </a:xfrm>
          <a:custGeom>
            <a:avLst/>
            <a:gdLst/>
            <a:ahLst/>
            <a:cxnLst/>
            <a:rect l="0" t="0" r="0" b="0"/>
            <a:pathLst>
              <a:path w="1524000" h="428625">
                <a:moveTo>
                  <a:pt x="1524000" y="428625"/>
                </a:moveTo>
                <a:lnTo>
                  <a:pt x="1524000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983C97-B8AD-720A-3397-C05ED34186C9}"/>
              </a:ext>
            </a:extLst>
          </p:cNvPr>
          <p:cNvSpPr>
            <a:spLocks noGrp="1"/>
          </p:cNvSpPr>
          <p:nvPr/>
        </p:nvSpPr>
        <p:spPr>
          <a:xfrm>
            <a:off x="11898633" y="102650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udget">
            <a:extLst>
              <a:ext uri="{FF2B5EF4-FFF2-40B4-BE49-F238E27FC236}">
                <a16:creationId xmlns:a16="http://schemas.microsoft.com/office/drawing/2014/main" id="{6B8328CA-5DF2-8B5A-0BA6-2A8F0B5FE467}"/>
              </a:ext>
            </a:extLst>
          </p:cNvPr>
          <p:cNvSpPr>
            <a:spLocks noGrp="1"/>
          </p:cNvSpPr>
          <p:nvPr/>
        </p:nvSpPr>
        <p:spPr>
          <a:xfrm>
            <a:off x="12021505" y="103212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B78155E-B0F7-FA59-8952-CD7B829D6A8F}"/>
              </a:ext>
            </a:extLst>
          </p:cNvPr>
          <p:cNvSpPr>
            <a:spLocks noGrp="1"/>
          </p:cNvSpPr>
          <p:nvPr/>
        </p:nvSpPr>
        <p:spPr>
          <a:xfrm>
            <a:off x="12660635" y="10407971"/>
            <a:ext cx="1046797" cy="800100"/>
          </a:xfrm>
          <a:custGeom>
            <a:avLst/>
            <a:gdLst/>
            <a:ahLst/>
            <a:cxnLst/>
            <a:rect l="0" t="0" r="0" b="0"/>
            <a:pathLst>
              <a:path w="1046797" h="800100">
                <a:moveTo>
                  <a:pt x="1046797" y="800100"/>
                </a:moveTo>
                <a:lnTo>
                  <a:pt x="571500" y="80010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8DDEA10B-5F27-3182-874D-6473AA266BBF}"/>
              </a:ext>
            </a:extLst>
          </p:cNvPr>
          <p:cNvSpPr>
            <a:spLocks noGrp="1"/>
          </p:cNvSpPr>
          <p:nvPr/>
        </p:nvSpPr>
        <p:spPr>
          <a:xfrm>
            <a:off x="13686003" y="1116521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FD82CCD6-F255-A976-067E-48712ACB523E}"/>
              </a:ext>
            </a:extLst>
          </p:cNvPr>
          <p:cNvSpPr>
            <a:spLocks noGrp="1"/>
          </p:cNvSpPr>
          <p:nvPr/>
        </p:nvSpPr>
        <p:spPr>
          <a:xfrm>
            <a:off x="13803635" y="10922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anaged">
            <a:extLst>
              <a:ext uri="{FF2B5EF4-FFF2-40B4-BE49-F238E27FC236}">
                <a16:creationId xmlns:a16="http://schemas.microsoft.com/office/drawing/2014/main" id="{678AC8EC-8E30-6AE0-F384-D061EDA8F2F6}"/>
              </a:ext>
            </a:extLst>
          </p:cNvPr>
          <p:cNvSpPr>
            <a:spLocks noGrp="1"/>
          </p:cNvSpPr>
          <p:nvPr/>
        </p:nvSpPr>
        <p:spPr>
          <a:xfrm>
            <a:off x="13880786" y="11148060"/>
            <a:ext cx="4038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managed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EADE2C1-632A-7DAC-6A5E-2FB37E6F8747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4B23DFE-E265-41C1-77C6-859ABC320676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9AA8E9C-173D-7C76-F1EB-17E0BB298024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80739223-E051-D2C6-9B33-E2DA51B48A16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3855CCA0-1C52-823B-8D99-EAAC21509E30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5F34000-2AC7-6AC2-470D-E19BDD77AC7E}"/>
              </a:ext>
            </a:extLst>
          </p:cNvPr>
          <p:cNvSpPr>
            <a:spLocks noGrp="1"/>
          </p:cNvSpPr>
          <p:nvPr/>
        </p:nvSpPr>
        <p:spPr>
          <a:xfrm>
            <a:off x="10473122" y="2941320"/>
            <a:ext cx="95" cy="122872"/>
          </a:xfrm>
          <a:custGeom>
            <a:avLst/>
            <a:gdLst/>
            <a:ahLst/>
            <a:cxnLst/>
            <a:rect l="0" t="0" r="0" b="0"/>
            <a:pathLst>
              <a:path w="95" h="122872">
                <a:moveTo>
                  <a:pt x="0" y="122872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7F49926-F439-7CEF-D5D9-73EF4258CC34}"/>
              </a:ext>
            </a:extLst>
          </p:cNvPr>
          <p:cNvSpPr>
            <a:spLocks noGrp="1"/>
          </p:cNvSpPr>
          <p:nvPr/>
        </p:nvSpPr>
        <p:spPr>
          <a:xfrm>
            <a:off x="10430262" y="287703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42863" y="64294"/>
                </a:lnTo>
                <a:lnTo>
                  <a:pt x="0" y="8572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189909A-6888-0BD4-8A10-13FAADA74841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452C4CB-553A-A69F-4606-74A35F431A57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A16AA4-E24B-95DD-C249-B5B83E34D5B7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E5243053-B262-79F5-BC85-292224A7A7D2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11E4CF38-FE67-985E-994A-729693C016DA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4F004E3-DD9E-5992-B0FB-5320B85546DA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DC28A4B3-B165-6E1A-E4DA-62D8D5152676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DEF23B7-5927-C136-F5F3-FFF203EBBF68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26F07FD-F94C-1388-3E9B-F7794E016088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67AD7637-0892-2303-FF74-B8FB591E4E40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D62A1164-177F-DC4C-550E-A2DE0FA67672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A7DC3CD1-46F5-52B2-14F9-E680F977E264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1FF53736-A71E-79DC-023F-CDF4734DB2F3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220C673A-BD5C-5D14-F122-333B102B48BD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B6EC1847-0BFF-63ED-F8EC-F505B5C86769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3966B734-1735-B834-EE91-12697C03DA5E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69741385-719C-1154-6B84-63C6531D70BC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01BA7B0F-135F-46EC-24D7-8C1144683E97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2594DD56-C3F5-CDA7-576C-51707BB47C93}"/>
              </a:ext>
            </a:extLst>
          </p:cNvPr>
          <p:cNvSpPr>
            <a:spLocks noGrp="1"/>
          </p:cNvSpPr>
          <p:nvPr/>
        </p:nvSpPr>
        <p:spPr>
          <a:xfrm>
            <a:off x="10469885" y="8160072"/>
            <a:ext cx="95" cy="1390650"/>
          </a:xfrm>
          <a:custGeom>
            <a:avLst/>
            <a:gdLst/>
            <a:ahLst/>
            <a:cxnLst/>
            <a:rect l="0" t="0" r="0" b="0"/>
            <a:pathLst>
              <a:path w="95" h="1390650">
                <a:moveTo>
                  <a:pt x="0" y="13906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E12D6492-5D93-00DC-4887-ED5674DBEB71}"/>
              </a:ext>
            </a:extLst>
          </p:cNvPr>
          <p:cNvSpPr>
            <a:spLocks noGrp="1"/>
          </p:cNvSpPr>
          <p:nvPr/>
        </p:nvSpPr>
        <p:spPr>
          <a:xfrm>
            <a:off x="10184134" y="9550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unded">
            <a:extLst>
              <a:ext uri="{FF2B5EF4-FFF2-40B4-BE49-F238E27FC236}">
                <a16:creationId xmlns:a16="http://schemas.microsoft.com/office/drawing/2014/main" id="{C4780EE1-7D8F-CCE9-0226-ADA7DD07EC1A}"/>
              </a:ext>
            </a:extLst>
          </p:cNvPr>
          <p:cNvSpPr>
            <a:spLocks noGrp="1"/>
          </p:cNvSpPr>
          <p:nvPr/>
        </p:nvSpPr>
        <p:spPr>
          <a:xfrm>
            <a:off x="10211756" y="97497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21347F6-24C9-BC13-993E-E5ED63A4EDFB}"/>
              </a:ext>
            </a:extLst>
          </p:cNvPr>
          <p:cNvSpPr>
            <a:spLocks noGrp="1"/>
          </p:cNvSpPr>
          <p:nvPr/>
        </p:nvSpPr>
        <p:spPr>
          <a:xfrm>
            <a:off x="10282621" y="930593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912813"/>
                </a:lnTo>
                <a:lnTo>
                  <a:pt x="0" y="908050"/>
                </a:lnTo>
                <a:lnTo>
                  <a:pt x="0" y="900112"/>
                </a:lnTo>
                <a:lnTo>
                  <a:pt x="0" y="889000"/>
                </a:lnTo>
                <a:lnTo>
                  <a:pt x="0" y="874712"/>
                </a:lnTo>
                <a:lnTo>
                  <a:pt x="0" y="857250"/>
                </a:lnTo>
                <a:lnTo>
                  <a:pt x="0" y="836612"/>
                </a:lnTo>
                <a:lnTo>
                  <a:pt x="0" y="812800"/>
                </a:lnTo>
                <a:lnTo>
                  <a:pt x="0" y="785812"/>
                </a:lnTo>
                <a:lnTo>
                  <a:pt x="0" y="755650"/>
                </a:lnTo>
                <a:lnTo>
                  <a:pt x="0" y="722313"/>
                </a:lnTo>
                <a:lnTo>
                  <a:pt x="0" y="685800"/>
                </a:lnTo>
                <a:lnTo>
                  <a:pt x="0" y="646113"/>
                </a:lnTo>
                <a:lnTo>
                  <a:pt x="0" y="603250"/>
                </a:lnTo>
                <a:lnTo>
                  <a:pt x="0" y="557213"/>
                </a:lnTo>
                <a:lnTo>
                  <a:pt x="0" y="508000"/>
                </a:lnTo>
                <a:lnTo>
                  <a:pt x="0" y="455612"/>
                </a:lnTo>
                <a:lnTo>
                  <a:pt x="0" y="400050"/>
                </a:lnTo>
                <a:lnTo>
                  <a:pt x="0" y="341312"/>
                </a:lnTo>
                <a:lnTo>
                  <a:pt x="0" y="279400"/>
                </a:lnTo>
                <a:lnTo>
                  <a:pt x="0" y="214312"/>
                </a:lnTo>
                <a:lnTo>
                  <a:pt x="0" y="146050"/>
                </a:lnTo>
                <a:lnTo>
                  <a:pt x="0" y="7461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7FB1737-5596-A9EC-409F-E1C57E60BB59}"/>
              </a:ext>
            </a:extLst>
          </p:cNvPr>
          <p:cNvSpPr>
            <a:spLocks noGrp="1"/>
          </p:cNvSpPr>
          <p:nvPr/>
        </p:nvSpPr>
        <p:spPr>
          <a:xfrm>
            <a:off x="10092121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equipment">
            <a:extLst>
              <a:ext uri="{FF2B5EF4-FFF2-40B4-BE49-F238E27FC236}">
                <a16:creationId xmlns:a16="http://schemas.microsoft.com/office/drawing/2014/main" id="{0080CF4A-995D-69B0-72EC-2F1D221F089D}"/>
              </a:ext>
            </a:extLst>
          </p:cNvPr>
          <p:cNvSpPr>
            <a:spLocks noGrp="1"/>
          </p:cNvSpPr>
          <p:nvPr/>
        </p:nvSpPr>
        <p:spPr>
          <a:xfrm>
            <a:off x="10109839" y="18326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89" name="model">
            <a:extLst>
              <a:ext uri="{FF2B5EF4-FFF2-40B4-BE49-F238E27FC236}">
                <a16:creationId xmlns:a16="http://schemas.microsoft.com/office/drawing/2014/main" id="{076861BE-0840-37F6-49B8-923F102B0505}"/>
              </a:ext>
            </a:extLst>
          </p:cNvPr>
          <p:cNvSpPr>
            <a:spLocks noGrp="1"/>
          </p:cNvSpPr>
          <p:nvPr/>
        </p:nvSpPr>
        <p:spPr>
          <a:xfrm>
            <a:off x="10258432" y="1969771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4816BC4D-A773-BA54-61D9-767E04571147}"/>
              </a:ext>
            </a:extLst>
          </p:cNvPr>
          <p:cNvSpPr>
            <a:spLocks noGrp="1"/>
          </p:cNvSpPr>
          <p:nvPr/>
        </p:nvSpPr>
        <p:spPr>
          <a:xfrm>
            <a:off x="10473122" y="2130746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5CE9CA4-32AC-E03F-777E-52C04DBE604D}"/>
              </a:ext>
            </a:extLst>
          </p:cNvPr>
          <p:cNvSpPr>
            <a:spLocks noGrp="1"/>
          </p:cNvSpPr>
          <p:nvPr/>
        </p:nvSpPr>
        <p:spPr>
          <a:xfrm>
            <a:off x="10187372" y="22736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orrespond">
            <a:extLst>
              <a:ext uri="{FF2B5EF4-FFF2-40B4-BE49-F238E27FC236}">
                <a16:creationId xmlns:a16="http://schemas.microsoft.com/office/drawing/2014/main" id="{DE363B13-09AD-DA51-E820-131B18E273B9}"/>
              </a:ext>
            </a:extLst>
          </p:cNvPr>
          <p:cNvSpPr>
            <a:spLocks noGrp="1"/>
          </p:cNvSpPr>
          <p:nvPr/>
        </p:nvSpPr>
        <p:spPr>
          <a:xfrm>
            <a:off x="10103647" y="2479363"/>
            <a:ext cx="73818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correspond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51B7E054-F50B-F3D8-FB35-A1DA2C1C68B1}"/>
              </a:ext>
            </a:extLst>
          </p:cNvPr>
          <p:cNvSpPr>
            <a:spLocks noGrp="1"/>
          </p:cNvSpPr>
          <p:nvPr/>
        </p:nvSpPr>
        <p:spPr>
          <a:xfrm>
            <a:off x="12667112" y="1987871"/>
            <a:ext cx="1425511" cy="95"/>
          </a:xfrm>
          <a:custGeom>
            <a:avLst/>
            <a:gdLst/>
            <a:ahLst/>
            <a:cxnLst/>
            <a:rect l="0" t="0" r="0" b="0"/>
            <a:pathLst>
              <a:path w="1425511" h="95">
                <a:moveTo>
                  <a:pt x="142551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A994608-3FBD-92B1-66DB-FDFB5DEABB87}"/>
              </a:ext>
            </a:extLst>
          </p:cNvPr>
          <p:cNvSpPr>
            <a:spLocks noGrp="1"/>
          </p:cNvSpPr>
          <p:nvPr/>
        </p:nvSpPr>
        <p:spPr>
          <a:xfrm>
            <a:off x="14092622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certification">
            <a:extLst>
              <a:ext uri="{FF2B5EF4-FFF2-40B4-BE49-F238E27FC236}">
                <a16:creationId xmlns:a16="http://schemas.microsoft.com/office/drawing/2014/main" id="{76BAF61B-8680-C21B-0FD4-D07C71FFE45E}"/>
              </a:ext>
            </a:extLst>
          </p:cNvPr>
          <p:cNvSpPr>
            <a:spLocks noGrp="1"/>
          </p:cNvSpPr>
          <p:nvPr/>
        </p:nvSpPr>
        <p:spPr>
          <a:xfrm>
            <a:off x="13961748" y="1901192"/>
            <a:ext cx="102298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certification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5C38B7AF-EF3F-B396-E9AF-06567BA9E800}"/>
              </a:ext>
            </a:extLst>
          </p:cNvPr>
          <p:cNvSpPr>
            <a:spLocks noGrp="1"/>
          </p:cNvSpPr>
          <p:nvPr/>
        </p:nvSpPr>
        <p:spPr>
          <a:xfrm>
            <a:off x="14473622" y="2130743"/>
            <a:ext cx="95" cy="361950"/>
          </a:xfrm>
          <a:custGeom>
            <a:avLst/>
            <a:gdLst/>
            <a:ahLst/>
            <a:cxnLst/>
            <a:rect l="0" t="0" r="0" b="0"/>
            <a:pathLst>
              <a:path w="9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51AA5EAB-4792-9D7A-E0BD-C28E533C7ECB}"/>
              </a:ext>
            </a:extLst>
          </p:cNvPr>
          <p:cNvSpPr>
            <a:spLocks noGrp="1"/>
          </p:cNvSpPr>
          <p:nvPr/>
        </p:nvSpPr>
        <p:spPr>
          <a:xfrm>
            <a:off x="14187872" y="249269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holds">
            <a:extLst>
              <a:ext uri="{FF2B5EF4-FFF2-40B4-BE49-F238E27FC236}">
                <a16:creationId xmlns:a16="http://schemas.microsoft.com/office/drawing/2014/main" id="{8CFB1D08-A2A8-A689-CD5E-1F02FD8F775F}"/>
              </a:ext>
            </a:extLst>
          </p:cNvPr>
          <p:cNvSpPr>
            <a:spLocks noGrp="1"/>
          </p:cNvSpPr>
          <p:nvPr/>
        </p:nvSpPr>
        <p:spPr>
          <a:xfrm>
            <a:off x="14258933" y="26917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holds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5BDBF67E-929E-9B12-D650-5E979D2E7166}"/>
              </a:ext>
            </a:extLst>
          </p:cNvPr>
          <p:cNvSpPr>
            <a:spLocks noGrp="1"/>
          </p:cNvSpPr>
          <p:nvPr/>
        </p:nvSpPr>
        <p:spPr>
          <a:xfrm>
            <a:off x="10854121" y="3207071"/>
            <a:ext cx="2892076" cy="95"/>
          </a:xfrm>
          <a:custGeom>
            <a:avLst/>
            <a:gdLst/>
            <a:ahLst/>
            <a:cxnLst/>
            <a:rect l="0" t="0" r="0" b="0"/>
            <a:pathLst>
              <a:path w="2892076" h="95">
                <a:moveTo>
                  <a:pt x="2892076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833F4BA-7963-3A26-5E67-12DB488552E9}"/>
              </a:ext>
            </a:extLst>
          </p:cNvPr>
          <p:cNvSpPr>
            <a:spLocks noGrp="1"/>
          </p:cNvSpPr>
          <p:nvPr/>
        </p:nvSpPr>
        <p:spPr>
          <a:xfrm>
            <a:off x="13729529" y="317373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6DD62B3D-AEC1-996A-D314-FC6B70755583}"/>
              </a:ext>
            </a:extLst>
          </p:cNvPr>
          <p:cNvSpPr>
            <a:spLocks noGrp="1"/>
          </p:cNvSpPr>
          <p:nvPr/>
        </p:nvSpPr>
        <p:spPr>
          <a:xfrm>
            <a:off x="1380687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uses">
            <a:extLst>
              <a:ext uri="{FF2B5EF4-FFF2-40B4-BE49-F238E27FC236}">
                <a16:creationId xmlns:a16="http://schemas.microsoft.com/office/drawing/2014/main" id="{A17A96FC-3C3D-008A-C638-C04DBDD46751}"/>
              </a:ext>
            </a:extLst>
          </p:cNvPr>
          <p:cNvSpPr>
            <a:spLocks noGrp="1"/>
          </p:cNvSpPr>
          <p:nvPr/>
        </p:nvSpPr>
        <p:spPr>
          <a:xfrm>
            <a:off x="13915073" y="3120392"/>
            <a:ext cx="35433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E7853A0-FA86-B239-1AA0-E8C3C7D16E33}"/>
              </a:ext>
            </a:extLst>
          </p:cNvPr>
          <p:cNvSpPr>
            <a:spLocks noGrp="1"/>
          </p:cNvSpPr>
          <p:nvPr/>
        </p:nvSpPr>
        <p:spPr>
          <a:xfrm>
            <a:off x="10854121" y="1987871"/>
            <a:ext cx="1145286" cy="95"/>
          </a:xfrm>
          <a:custGeom>
            <a:avLst/>
            <a:gdLst/>
            <a:ahLst/>
            <a:cxnLst/>
            <a:rect l="0" t="0" r="0" b="0"/>
            <a:pathLst>
              <a:path w="1145286" h="95">
                <a:moveTo>
                  <a:pt x="1145286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5187DC8-8ED2-DABD-6E16-5634714112BD}"/>
              </a:ext>
            </a:extLst>
          </p:cNvPr>
          <p:cNvSpPr>
            <a:spLocks noGrp="1"/>
          </p:cNvSpPr>
          <p:nvPr/>
        </p:nvSpPr>
        <p:spPr>
          <a:xfrm>
            <a:off x="11977979" y="194501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041A949-6CE6-0296-AF4E-78544B30D524}"/>
              </a:ext>
            </a:extLst>
          </p:cNvPr>
          <p:cNvSpPr>
            <a:spLocks noGrp="1"/>
          </p:cNvSpPr>
          <p:nvPr/>
        </p:nvSpPr>
        <p:spPr>
          <a:xfrm>
            <a:off x="12095611" y="17021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quires">
            <a:extLst>
              <a:ext uri="{FF2B5EF4-FFF2-40B4-BE49-F238E27FC236}">
                <a16:creationId xmlns:a16="http://schemas.microsoft.com/office/drawing/2014/main" id="{989B5818-FDE8-66BB-928D-E52C64EDE215}"/>
              </a:ext>
            </a:extLst>
          </p:cNvPr>
          <p:cNvSpPr>
            <a:spLocks noGrp="1"/>
          </p:cNvSpPr>
          <p:nvPr/>
        </p:nvSpPr>
        <p:spPr>
          <a:xfrm>
            <a:off x="12051984" y="19011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requires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8AB19FCC-F96B-E71F-70ED-2B2CDF1B002A}"/>
              </a:ext>
            </a:extLst>
          </p:cNvPr>
          <p:cNvSpPr>
            <a:spLocks noGrp="1"/>
          </p:cNvSpPr>
          <p:nvPr/>
        </p:nvSpPr>
        <p:spPr>
          <a:xfrm>
            <a:off x="8660134" y="7874322"/>
            <a:ext cx="94298" cy="95"/>
          </a:xfrm>
          <a:custGeom>
            <a:avLst/>
            <a:gdLst/>
            <a:ahLst/>
            <a:cxnLst/>
            <a:rect l="0" t="0" r="0" b="0"/>
            <a:pathLst>
              <a:path w="94298" h="95">
                <a:moveTo>
                  <a:pt x="0" y="0"/>
                </a:moveTo>
                <a:lnTo>
                  <a:pt x="94298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18658953-760C-73C6-4145-9AEF2BE70E17}"/>
              </a:ext>
            </a:extLst>
          </p:cNvPr>
          <p:cNvSpPr>
            <a:spLocks noGrp="1"/>
          </p:cNvSpPr>
          <p:nvPr/>
        </p:nvSpPr>
        <p:spPr>
          <a:xfrm>
            <a:off x="8733003" y="7831461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47E04AD3-1AF1-B26F-D963-40D77206FC30}"/>
              </a:ext>
            </a:extLst>
          </p:cNvPr>
          <p:cNvSpPr>
            <a:spLocks noGrp="1"/>
          </p:cNvSpPr>
          <p:nvPr/>
        </p:nvSpPr>
        <p:spPr>
          <a:xfrm>
            <a:off x="8088634" y="8017199"/>
            <a:ext cx="701326" cy="1057275"/>
          </a:xfrm>
          <a:custGeom>
            <a:avLst/>
            <a:gdLst/>
            <a:ahLst/>
            <a:cxnLst/>
            <a:rect l="0" t="0" r="0" b="0"/>
            <a:pathLst>
              <a:path w="701326" h="1057275">
                <a:moveTo>
                  <a:pt x="0" y="0"/>
                </a:moveTo>
                <a:lnTo>
                  <a:pt x="0" y="1057275"/>
                </a:lnTo>
                <a:lnTo>
                  <a:pt x="701326" y="1057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24CFF066-EEEB-9497-716B-3AA7BB7F2656}"/>
              </a:ext>
            </a:extLst>
          </p:cNvPr>
          <p:cNvSpPr>
            <a:spLocks noGrp="1"/>
          </p:cNvSpPr>
          <p:nvPr/>
        </p:nvSpPr>
        <p:spPr>
          <a:xfrm>
            <a:off x="8773292" y="9041134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C767379-5E95-D37A-DA35-788434BC2FF0}"/>
              </a:ext>
            </a:extLst>
          </p:cNvPr>
          <p:cNvSpPr>
            <a:spLocks noGrp="1"/>
          </p:cNvSpPr>
          <p:nvPr/>
        </p:nvSpPr>
        <p:spPr>
          <a:xfrm>
            <a:off x="789813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reservation">
            <a:extLst>
              <a:ext uri="{FF2B5EF4-FFF2-40B4-BE49-F238E27FC236}">
                <a16:creationId xmlns:a16="http://schemas.microsoft.com/office/drawing/2014/main" id="{BCAF3AC7-A0E2-D501-BA50-B3697C607A27}"/>
              </a:ext>
            </a:extLst>
          </p:cNvPr>
          <p:cNvSpPr>
            <a:spLocks noGrp="1"/>
          </p:cNvSpPr>
          <p:nvPr/>
        </p:nvSpPr>
        <p:spPr>
          <a:xfrm>
            <a:off x="7835272" y="7787640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reservation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6CCA3FF0-0D05-E291-45EE-97295DEB23B6}"/>
              </a:ext>
            </a:extLst>
          </p:cNvPr>
          <p:cNvSpPr>
            <a:spLocks noGrp="1"/>
          </p:cNvSpPr>
          <p:nvPr/>
        </p:nvSpPr>
        <p:spPr>
          <a:xfrm>
            <a:off x="9422131" y="7874322"/>
            <a:ext cx="666750" cy="95"/>
          </a:xfrm>
          <a:custGeom>
            <a:avLst/>
            <a:gdLst/>
            <a:ahLst/>
            <a:cxnLst/>
            <a:rect l="0" t="0" r="0" b="0"/>
            <a:pathLst>
              <a:path w="666750" h="9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9E6CF87E-7BF8-EC46-F245-50531C4D9DC0}"/>
              </a:ext>
            </a:extLst>
          </p:cNvPr>
          <p:cNvSpPr>
            <a:spLocks noGrp="1"/>
          </p:cNvSpPr>
          <p:nvPr/>
        </p:nvSpPr>
        <p:spPr>
          <a:xfrm>
            <a:off x="8850634" y="758857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booked for">
            <a:extLst>
              <a:ext uri="{FF2B5EF4-FFF2-40B4-BE49-F238E27FC236}">
                <a16:creationId xmlns:a16="http://schemas.microsoft.com/office/drawing/2014/main" id="{6D173F4A-C146-A379-C8BB-06D69B17AD98}"/>
              </a:ext>
            </a:extLst>
          </p:cNvPr>
          <p:cNvSpPr>
            <a:spLocks noGrp="1"/>
          </p:cNvSpPr>
          <p:nvPr/>
        </p:nvSpPr>
        <p:spPr>
          <a:xfrm>
            <a:off x="8822539" y="7807647"/>
            <a:ext cx="614363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booked for</a:t>
            </a: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6AB60BFE-3081-7DB8-6755-E7783DA7267D}"/>
              </a:ext>
            </a:extLst>
          </p:cNvPr>
          <p:cNvSpPr>
            <a:spLocks noGrp="1"/>
          </p:cNvSpPr>
          <p:nvPr/>
        </p:nvSpPr>
        <p:spPr>
          <a:xfrm>
            <a:off x="8469631" y="8017196"/>
            <a:ext cx="284798" cy="457200"/>
          </a:xfrm>
          <a:custGeom>
            <a:avLst/>
            <a:gdLst/>
            <a:ahLst/>
            <a:cxnLst/>
            <a:rect l="0" t="0" r="0" b="0"/>
            <a:pathLst>
              <a:path w="284798" h="457200">
                <a:moveTo>
                  <a:pt x="284798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331BC34B-ABBB-0259-710D-A5C17AE3B79A}"/>
              </a:ext>
            </a:extLst>
          </p:cNvPr>
          <p:cNvSpPr>
            <a:spLocks noGrp="1"/>
          </p:cNvSpPr>
          <p:nvPr/>
        </p:nvSpPr>
        <p:spPr>
          <a:xfrm>
            <a:off x="8733003" y="843153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9AE8157A-106A-E630-BE4C-267166B4BB17}"/>
              </a:ext>
            </a:extLst>
          </p:cNvPr>
          <p:cNvSpPr>
            <a:spLocks noGrp="1"/>
          </p:cNvSpPr>
          <p:nvPr/>
        </p:nvSpPr>
        <p:spPr>
          <a:xfrm>
            <a:off x="8850634" y="818864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makes">
            <a:extLst>
              <a:ext uri="{FF2B5EF4-FFF2-40B4-BE49-F238E27FC236}">
                <a16:creationId xmlns:a16="http://schemas.microsoft.com/office/drawing/2014/main" id="{B6AC40B4-BD93-50B2-01DE-A8815AC739E6}"/>
              </a:ext>
            </a:extLst>
          </p:cNvPr>
          <p:cNvSpPr>
            <a:spLocks noGrp="1"/>
          </p:cNvSpPr>
          <p:nvPr/>
        </p:nvSpPr>
        <p:spPr>
          <a:xfrm>
            <a:off x="8915408" y="838771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makes</a:t>
            </a: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C93C01E1-CF22-04DC-D72E-2C6417CBE7DD}"/>
              </a:ext>
            </a:extLst>
          </p:cNvPr>
          <p:cNvSpPr>
            <a:spLocks noGrp="1"/>
          </p:cNvSpPr>
          <p:nvPr/>
        </p:nvSpPr>
        <p:spPr>
          <a:xfrm>
            <a:off x="9901619" y="3207071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CB3FF0A6-EFEA-859E-6134-E5DC7B6BAA4E}"/>
              </a:ext>
            </a:extLst>
          </p:cNvPr>
          <p:cNvSpPr>
            <a:spLocks noGrp="1"/>
          </p:cNvSpPr>
          <p:nvPr/>
        </p:nvSpPr>
        <p:spPr>
          <a:xfrm>
            <a:off x="8279131" y="3492824"/>
            <a:ext cx="1336738" cy="4238625"/>
          </a:xfrm>
          <a:custGeom>
            <a:avLst/>
            <a:gdLst/>
            <a:ahLst/>
            <a:cxnLst/>
            <a:rect l="0" t="0" r="0" b="0"/>
            <a:pathLst>
              <a:path w="1336738" h="4238625">
                <a:moveTo>
                  <a:pt x="1336738" y="0"/>
                </a:moveTo>
                <a:lnTo>
                  <a:pt x="1335881" y="4010025"/>
                </a:lnTo>
                <a:lnTo>
                  <a:pt x="0" y="4010025"/>
                </a:lnTo>
                <a:lnTo>
                  <a:pt x="0" y="42386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1B1DA4DB-7FE9-7545-E7B5-AC0509234719}"/>
              </a:ext>
            </a:extLst>
          </p:cNvPr>
          <p:cNvSpPr>
            <a:spLocks noGrp="1"/>
          </p:cNvSpPr>
          <p:nvPr/>
        </p:nvSpPr>
        <p:spPr>
          <a:xfrm>
            <a:off x="933012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reserves">
            <a:extLst>
              <a:ext uri="{FF2B5EF4-FFF2-40B4-BE49-F238E27FC236}">
                <a16:creationId xmlns:a16="http://schemas.microsoft.com/office/drawing/2014/main" id="{EBE49DCE-59B6-9ED4-450B-B3C7CB2ECA88}"/>
              </a:ext>
            </a:extLst>
          </p:cNvPr>
          <p:cNvSpPr>
            <a:spLocks noGrp="1"/>
          </p:cNvSpPr>
          <p:nvPr/>
        </p:nvSpPr>
        <p:spPr>
          <a:xfrm>
            <a:off x="9289734" y="31203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reserves</a:t>
            </a: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333CF69A-8926-D26C-A91C-73AA3ECE77B8}"/>
              </a:ext>
            </a:extLst>
          </p:cNvPr>
          <p:cNvSpPr>
            <a:spLocks noGrp="1"/>
          </p:cNvSpPr>
          <p:nvPr/>
        </p:nvSpPr>
        <p:spPr>
          <a:xfrm>
            <a:off x="8850634" y="8788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approves">
            <a:extLst>
              <a:ext uri="{FF2B5EF4-FFF2-40B4-BE49-F238E27FC236}">
                <a16:creationId xmlns:a16="http://schemas.microsoft.com/office/drawing/2014/main" id="{11411EA3-E5BE-A443-1A27-3E6F3260D888}"/>
              </a:ext>
            </a:extLst>
          </p:cNvPr>
          <p:cNvSpPr>
            <a:spLocks noGrp="1"/>
          </p:cNvSpPr>
          <p:nvPr/>
        </p:nvSpPr>
        <p:spPr>
          <a:xfrm>
            <a:off x="8803959" y="89877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029CE3E-1D9F-7621-E073-9A9A81CF9DB7}"/>
              </a:ext>
            </a:extLst>
          </p:cNvPr>
          <p:cNvSpPr>
            <a:spLocks noGrp="1"/>
          </p:cNvSpPr>
          <p:nvPr/>
        </p:nvSpPr>
        <p:spPr>
          <a:xfrm>
            <a:off x="17899381" y="930593"/>
            <a:ext cx="762000" cy="2857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maintenance">
            <a:extLst>
              <a:ext uri="{FF2B5EF4-FFF2-40B4-BE49-F238E27FC236}">
                <a16:creationId xmlns:a16="http://schemas.microsoft.com/office/drawing/2014/main" id="{2776FCC3-2FA5-2000-CDE2-997478E412F4}"/>
              </a:ext>
            </a:extLst>
          </p:cNvPr>
          <p:cNvSpPr>
            <a:spLocks noGrp="1"/>
          </p:cNvSpPr>
          <p:nvPr/>
        </p:nvSpPr>
        <p:spPr>
          <a:xfrm>
            <a:off x="17836518" y="927175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29" name="operations">
            <a:extLst>
              <a:ext uri="{FF2B5EF4-FFF2-40B4-BE49-F238E27FC236}">
                <a16:creationId xmlns:a16="http://schemas.microsoft.com/office/drawing/2014/main" id="{0A886BDB-DDD9-7BAA-5F36-86EAA06C17BC}"/>
              </a:ext>
            </a:extLst>
          </p:cNvPr>
          <p:cNvSpPr>
            <a:spLocks noGrp="1"/>
          </p:cNvSpPr>
          <p:nvPr/>
        </p:nvSpPr>
        <p:spPr>
          <a:xfrm>
            <a:off x="17873663" y="1055370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9714C538-E51A-8935-C572-BAF7AA84482E}"/>
              </a:ext>
            </a:extLst>
          </p:cNvPr>
          <p:cNvSpPr>
            <a:spLocks noGrp="1"/>
          </p:cNvSpPr>
          <p:nvPr/>
        </p:nvSpPr>
        <p:spPr>
          <a:xfrm>
            <a:off x="11723371" y="1073469"/>
            <a:ext cx="6176010" cy="95"/>
          </a:xfrm>
          <a:custGeom>
            <a:avLst/>
            <a:gdLst/>
            <a:ahLst/>
            <a:cxnLst/>
            <a:rect l="0" t="0" r="0" b="0"/>
            <a:pathLst>
              <a:path w="6176010" h="95">
                <a:moveTo>
                  <a:pt x="0" y="0"/>
                </a:moveTo>
                <a:lnTo>
                  <a:pt x="10722" y="0"/>
                </a:lnTo>
                <a:lnTo>
                  <a:pt x="42889" y="0"/>
                </a:lnTo>
                <a:lnTo>
                  <a:pt x="96500" y="0"/>
                </a:lnTo>
                <a:lnTo>
                  <a:pt x="171556" y="0"/>
                </a:lnTo>
                <a:lnTo>
                  <a:pt x="268056" y="0"/>
                </a:lnTo>
                <a:lnTo>
                  <a:pt x="386001" y="0"/>
                </a:lnTo>
                <a:lnTo>
                  <a:pt x="525390" y="0"/>
                </a:lnTo>
                <a:lnTo>
                  <a:pt x="686223" y="0"/>
                </a:lnTo>
                <a:lnTo>
                  <a:pt x="868501" y="0"/>
                </a:lnTo>
                <a:lnTo>
                  <a:pt x="1072224" y="0"/>
                </a:lnTo>
                <a:lnTo>
                  <a:pt x="1297391" y="0"/>
                </a:lnTo>
                <a:lnTo>
                  <a:pt x="1544002" y="0"/>
                </a:lnTo>
                <a:lnTo>
                  <a:pt x="1812058" y="0"/>
                </a:lnTo>
                <a:lnTo>
                  <a:pt x="2101559" y="0"/>
                </a:lnTo>
                <a:lnTo>
                  <a:pt x="2412504" y="0"/>
                </a:lnTo>
                <a:lnTo>
                  <a:pt x="2744893" y="0"/>
                </a:lnTo>
                <a:lnTo>
                  <a:pt x="3098727" y="0"/>
                </a:lnTo>
                <a:lnTo>
                  <a:pt x="3474006" y="0"/>
                </a:lnTo>
                <a:lnTo>
                  <a:pt x="3870728" y="0"/>
                </a:lnTo>
                <a:lnTo>
                  <a:pt x="4288896" y="0"/>
                </a:lnTo>
                <a:lnTo>
                  <a:pt x="4728508" y="0"/>
                </a:lnTo>
                <a:lnTo>
                  <a:pt x="5189564" y="0"/>
                </a:lnTo>
                <a:lnTo>
                  <a:pt x="5672065" y="0"/>
                </a:lnTo>
                <a:lnTo>
                  <a:pt x="617601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A07A944E-CC5B-3195-7864-5D525099005C}"/>
              </a:ext>
            </a:extLst>
          </p:cNvPr>
          <p:cNvSpPr>
            <a:spLocks noGrp="1"/>
          </p:cNvSpPr>
          <p:nvPr/>
        </p:nvSpPr>
        <p:spPr>
          <a:xfrm>
            <a:off x="11644791" y="102108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4D13C698-7E70-F9AE-1825-8CB2791E27B3}"/>
              </a:ext>
            </a:extLst>
          </p:cNvPr>
          <p:cNvSpPr>
            <a:spLocks noGrp="1"/>
          </p:cNvSpPr>
          <p:nvPr/>
        </p:nvSpPr>
        <p:spPr>
          <a:xfrm>
            <a:off x="10853265" y="1359221"/>
            <a:ext cx="473869" cy="1704975"/>
          </a:xfrm>
          <a:custGeom>
            <a:avLst/>
            <a:gdLst/>
            <a:ahLst/>
            <a:cxnLst/>
            <a:rect l="0" t="0" r="0" b="0"/>
            <a:pathLst>
              <a:path w="473869" h="1704975">
                <a:moveTo>
                  <a:pt x="473869" y="0"/>
                </a:moveTo>
                <a:lnTo>
                  <a:pt x="473869" y="852487"/>
                </a:lnTo>
                <a:lnTo>
                  <a:pt x="0" y="852487"/>
                </a:lnTo>
                <a:lnTo>
                  <a:pt x="857" y="17049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6047B933-A050-5158-CB93-72937DDEC772}"/>
              </a:ext>
            </a:extLst>
          </p:cNvPr>
          <p:cNvSpPr>
            <a:spLocks noGrp="1"/>
          </p:cNvSpPr>
          <p:nvPr/>
        </p:nvSpPr>
        <p:spPr>
          <a:xfrm>
            <a:off x="11041381" y="787718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has">
            <a:extLst>
              <a:ext uri="{FF2B5EF4-FFF2-40B4-BE49-F238E27FC236}">
                <a16:creationId xmlns:a16="http://schemas.microsoft.com/office/drawing/2014/main" id="{AAA2F67F-1887-4A04-AA4E-6DC31DFFC13A}"/>
              </a:ext>
            </a:extLst>
          </p:cNvPr>
          <p:cNvSpPr>
            <a:spLocks noGrp="1"/>
          </p:cNvSpPr>
          <p:nvPr/>
        </p:nvSpPr>
        <p:spPr>
          <a:xfrm>
            <a:off x="11180448" y="986790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68AE54A-1F79-4BCE-2F56-B573B05FD16D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6CF10A62-853B-77BA-B090-574D56E5254D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A8D5A611-363A-B697-9BDE-9FF1F85E7C63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B61DAD3F-E5DB-DE65-666E-F884BBC3D8AE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4303005-6B89-5E52-DF24-03B7C107159E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F86CEA84-F119-C49F-8383-E9FDB0B800F9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426971-7079-0B66-FF16-74F7398EC1AF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C9F554B3-FC3E-3154-DA36-D0288D30575E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5CB205C9-FC7C-1566-8502-4E8D1F14BDA2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337AF329-507C-329C-D6B3-663923081F8E}"/>
              </a:ext>
            </a:extLst>
          </p:cNvPr>
          <p:cNvSpPr>
            <a:spLocks noGrp="1"/>
          </p:cNvSpPr>
          <p:nvPr/>
        </p:nvSpPr>
        <p:spPr>
          <a:xfrm>
            <a:off x="18280384" y="10350822"/>
            <a:ext cx="95" cy="2581275"/>
          </a:xfrm>
          <a:custGeom>
            <a:avLst/>
            <a:gdLst/>
            <a:ahLst/>
            <a:cxnLst/>
            <a:rect l="0" t="0" r="0" b="0"/>
            <a:pathLst>
              <a:path w="95" h="2581275">
                <a:moveTo>
                  <a:pt x="0" y="0"/>
                </a:moveTo>
                <a:lnTo>
                  <a:pt x="0" y="4481"/>
                </a:lnTo>
                <a:lnTo>
                  <a:pt x="0" y="17926"/>
                </a:lnTo>
                <a:lnTo>
                  <a:pt x="0" y="40332"/>
                </a:lnTo>
                <a:lnTo>
                  <a:pt x="0" y="71702"/>
                </a:lnTo>
                <a:lnTo>
                  <a:pt x="0" y="112035"/>
                </a:lnTo>
                <a:lnTo>
                  <a:pt x="0" y="161330"/>
                </a:lnTo>
                <a:lnTo>
                  <a:pt x="0" y="219588"/>
                </a:lnTo>
                <a:lnTo>
                  <a:pt x="0" y="286808"/>
                </a:lnTo>
                <a:lnTo>
                  <a:pt x="0" y="362992"/>
                </a:lnTo>
                <a:lnTo>
                  <a:pt x="0" y="448138"/>
                </a:lnTo>
                <a:lnTo>
                  <a:pt x="0" y="542247"/>
                </a:lnTo>
                <a:lnTo>
                  <a:pt x="0" y="645319"/>
                </a:lnTo>
                <a:lnTo>
                  <a:pt x="0" y="757353"/>
                </a:lnTo>
                <a:lnTo>
                  <a:pt x="0" y="878351"/>
                </a:lnTo>
                <a:lnTo>
                  <a:pt x="0" y="1008311"/>
                </a:lnTo>
                <a:lnTo>
                  <a:pt x="0" y="1147233"/>
                </a:lnTo>
                <a:lnTo>
                  <a:pt x="0" y="1295119"/>
                </a:lnTo>
                <a:lnTo>
                  <a:pt x="0" y="1451967"/>
                </a:lnTo>
                <a:lnTo>
                  <a:pt x="0" y="1617778"/>
                </a:lnTo>
                <a:lnTo>
                  <a:pt x="0" y="1792552"/>
                </a:lnTo>
                <a:lnTo>
                  <a:pt x="0" y="1976289"/>
                </a:lnTo>
                <a:lnTo>
                  <a:pt x="0" y="2168988"/>
                </a:lnTo>
                <a:lnTo>
                  <a:pt x="0" y="2370650"/>
                </a:lnTo>
                <a:lnTo>
                  <a:pt x="0" y="2581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9F7AEA2-889C-BA79-3BB4-1AABFE85D8D1}"/>
              </a:ext>
            </a:extLst>
          </p:cNvPr>
          <p:cNvSpPr>
            <a:spLocks noGrp="1"/>
          </p:cNvSpPr>
          <p:nvPr/>
        </p:nvSpPr>
        <p:spPr>
          <a:xfrm>
            <a:off x="18280384" y="1216346"/>
            <a:ext cx="95" cy="8452485"/>
          </a:xfrm>
          <a:custGeom>
            <a:avLst/>
            <a:gdLst/>
            <a:ahLst/>
            <a:cxnLst/>
            <a:rect l="0" t="0" r="0" b="0"/>
            <a:pathLst>
              <a:path w="95" h="8452485">
                <a:moveTo>
                  <a:pt x="0" y="845248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7E9DB094-2639-882D-46A7-6B5452FC6703}"/>
              </a:ext>
            </a:extLst>
          </p:cNvPr>
          <p:cNvSpPr>
            <a:spLocks noGrp="1"/>
          </p:cNvSpPr>
          <p:nvPr/>
        </p:nvSpPr>
        <p:spPr>
          <a:xfrm>
            <a:off x="18227996" y="96426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930347D4-4195-DA7D-A69A-3BC4C873F06E}"/>
              </a:ext>
            </a:extLst>
          </p:cNvPr>
          <p:cNvSpPr>
            <a:spLocks noGrp="1"/>
          </p:cNvSpPr>
          <p:nvPr/>
        </p:nvSpPr>
        <p:spPr>
          <a:xfrm>
            <a:off x="17994634" y="9779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carried out">
            <a:extLst>
              <a:ext uri="{FF2B5EF4-FFF2-40B4-BE49-F238E27FC236}">
                <a16:creationId xmlns:a16="http://schemas.microsoft.com/office/drawing/2014/main" id="{6FBD2B2A-9840-99A6-9BE2-DA531DE7DBCB}"/>
              </a:ext>
            </a:extLst>
          </p:cNvPr>
          <p:cNvSpPr>
            <a:spLocks noGrp="1"/>
          </p:cNvSpPr>
          <p:nvPr/>
        </p:nvSpPr>
        <p:spPr>
          <a:xfrm>
            <a:off x="17836522" y="9978391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carried out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700539E-DFA2-A760-51EB-7807BB1B0188}"/>
              </a:ext>
            </a:extLst>
          </p:cNvPr>
          <p:cNvSpPr>
            <a:spLocks noGrp="1"/>
          </p:cNvSpPr>
          <p:nvPr/>
        </p:nvSpPr>
        <p:spPr>
          <a:xfrm>
            <a:off x="11520869" y="501968"/>
            <a:ext cx="762000" cy="2857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calibration">
            <a:extLst>
              <a:ext uri="{FF2B5EF4-FFF2-40B4-BE49-F238E27FC236}">
                <a16:creationId xmlns:a16="http://schemas.microsoft.com/office/drawing/2014/main" id="{63096108-5F55-C8BB-6A43-6513BAC88B14}"/>
              </a:ext>
            </a:extLst>
          </p:cNvPr>
          <p:cNvSpPr>
            <a:spLocks noGrp="1"/>
          </p:cNvSpPr>
          <p:nvPr/>
        </p:nvSpPr>
        <p:spPr>
          <a:xfrm>
            <a:off x="11464293" y="498550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52" name="operation">
            <a:extLst>
              <a:ext uri="{FF2B5EF4-FFF2-40B4-BE49-F238E27FC236}">
                <a16:creationId xmlns:a16="http://schemas.microsoft.com/office/drawing/2014/main" id="{9F965BED-8917-E41B-E215-16826184609F}"/>
              </a:ext>
            </a:extLst>
          </p:cNvPr>
          <p:cNvSpPr>
            <a:spLocks noGrp="1"/>
          </p:cNvSpPr>
          <p:nvPr/>
        </p:nvSpPr>
        <p:spPr>
          <a:xfrm>
            <a:off x="11538588" y="626745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54E7A4C9-DA4C-EBEF-5192-EAF998864F2A}"/>
              </a:ext>
            </a:extLst>
          </p:cNvPr>
          <p:cNvSpPr>
            <a:spLocks noGrp="1"/>
          </p:cNvSpPr>
          <p:nvPr/>
        </p:nvSpPr>
        <p:spPr>
          <a:xfrm>
            <a:off x="10678859" y="644845"/>
            <a:ext cx="842010" cy="95"/>
          </a:xfrm>
          <a:custGeom>
            <a:avLst/>
            <a:gdLst/>
            <a:ahLst/>
            <a:cxnLst/>
            <a:rect l="0" t="0" r="0" b="0"/>
            <a:pathLst>
              <a:path w="842010" h="95">
                <a:moveTo>
                  <a:pt x="0" y="0"/>
                </a:moveTo>
                <a:lnTo>
                  <a:pt x="84201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01197DBF-0711-5DAC-3D1F-4387209D86BC}"/>
              </a:ext>
            </a:extLst>
          </p:cNvPr>
          <p:cNvSpPr>
            <a:spLocks noGrp="1"/>
          </p:cNvSpPr>
          <p:nvPr/>
        </p:nvSpPr>
        <p:spPr>
          <a:xfrm>
            <a:off x="10600280" y="59245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26DE3028-68EF-93D7-2895-7EF482F25BE9}"/>
              </a:ext>
            </a:extLst>
          </p:cNvPr>
          <p:cNvSpPr>
            <a:spLocks noGrp="1"/>
          </p:cNvSpPr>
          <p:nvPr/>
        </p:nvSpPr>
        <p:spPr>
          <a:xfrm>
            <a:off x="9996869" y="359093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has">
            <a:extLst>
              <a:ext uri="{FF2B5EF4-FFF2-40B4-BE49-F238E27FC236}">
                <a16:creationId xmlns:a16="http://schemas.microsoft.com/office/drawing/2014/main" id="{FF5CA322-BC3C-2589-170F-54A28EF03000}"/>
              </a:ext>
            </a:extLst>
          </p:cNvPr>
          <p:cNvSpPr>
            <a:spLocks noGrp="1"/>
          </p:cNvSpPr>
          <p:nvPr/>
        </p:nvSpPr>
        <p:spPr>
          <a:xfrm>
            <a:off x="10142223" y="558165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8CE63261-E79A-C792-3470-2F739C340CD9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960B277F-A46F-F0B7-B933-1BD6B3145F9A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1804EBA-68D2-BCD2-801A-95D4AC6FD5CC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9</a:t>
            </a:r>
          </a:p>
        </p:txBody>
      </p:sp>
    </p:spTree>
    <p:extLst>
      <p:ext uri="{BB962C8B-B14F-4D97-AF65-F5344CB8AC3E}">
        <p14:creationId xmlns:p14="http://schemas.microsoft.com/office/powerpoint/2010/main" val="1667137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97">
            <a:extLst>
              <a:ext uri="{FF2B5EF4-FFF2-40B4-BE49-F238E27FC236}">
                <a16:creationId xmlns:a16="http://schemas.microsoft.com/office/drawing/2014/main" id="{F9C707B1-49C3-4F5E-86CA-018F892FBDC0}"/>
              </a:ext>
            </a:extLst>
          </p:cNvPr>
          <p:cNvSpPr>
            <a:spLocks noGrp="1"/>
          </p:cNvSpPr>
          <p:nvPr/>
        </p:nvSpPr>
        <p:spPr>
          <a:xfrm rot="5400000">
            <a:off x="8031482" y="2397444"/>
            <a:ext cx="1524000" cy="514350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B1D76A-E6C1-4620-8BFA-1B3D7870BFA0}"/>
              </a:ext>
            </a:extLst>
          </p:cNvPr>
          <p:cNvSpPr>
            <a:spLocks noGrp="1"/>
          </p:cNvSpPr>
          <p:nvPr/>
        </p:nvSpPr>
        <p:spPr>
          <a:xfrm>
            <a:off x="9898382" y="4940618"/>
            <a:ext cx="1143000" cy="32194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7D3E57E-D925-4C89-A36A-2ACB5581B82B}"/>
              </a:ext>
            </a:extLst>
          </p:cNvPr>
          <p:cNvSpPr>
            <a:spLocks noGrp="1"/>
          </p:cNvSpPr>
          <p:nvPr/>
        </p:nvSpPr>
        <p:spPr>
          <a:xfrm>
            <a:off x="12762364" y="5226370"/>
            <a:ext cx="1136523" cy="2495550"/>
          </a:xfrm>
          <a:custGeom>
            <a:avLst/>
            <a:gdLst/>
            <a:ahLst/>
            <a:cxnLst/>
            <a:rect l="0" t="0" r="0" b="0"/>
            <a:pathLst>
              <a:path w="1136523" h="2495550">
                <a:moveTo>
                  <a:pt x="1136523" y="2495550"/>
                </a:moveTo>
                <a:lnTo>
                  <a:pt x="1136523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4FA4A28-5C0B-4B13-BF16-A82981E9852D}"/>
              </a:ext>
            </a:extLst>
          </p:cNvPr>
          <p:cNvSpPr>
            <a:spLocks noGrp="1"/>
          </p:cNvSpPr>
          <p:nvPr/>
        </p:nvSpPr>
        <p:spPr>
          <a:xfrm>
            <a:off x="14089381" y="3492821"/>
            <a:ext cx="3238" cy="4229100"/>
          </a:xfrm>
          <a:custGeom>
            <a:avLst/>
            <a:gdLst/>
            <a:ahLst/>
            <a:cxnLst/>
            <a:rect l="0" t="0" r="0" b="0"/>
            <a:pathLst>
              <a:path w="3238" h="4229100">
                <a:moveTo>
                  <a:pt x="0" y="4229100"/>
                </a:moveTo>
                <a:lnTo>
                  <a:pt x="0" y="2114550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5B478DE-A127-44BE-BEEC-63084976F7A9}"/>
              </a:ext>
            </a:extLst>
          </p:cNvPr>
          <p:cNvSpPr>
            <a:spLocks noGrp="1"/>
          </p:cNvSpPr>
          <p:nvPr/>
        </p:nvSpPr>
        <p:spPr>
          <a:xfrm>
            <a:off x="14470381" y="3064197"/>
            <a:ext cx="3238" cy="4657725"/>
          </a:xfrm>
          <a:custGeom>
            <a:avLst/>
            <a:gdLst/>
            <a:ahLst/>
            <a:cxnLst/>
            <a:rect l="0" t="0" r="0" b="0"/>
            <a:pathLst>
              <a:path w="3238" h="4657725">
                <a:moveTo>
                  <a:pt x="0" y="4657725"/>
                </a:moveTo>
                <a:lnTo>
                  <a:pt x="0" y="2328863"/>
                </a:lnTo>
                <a:lnTo>
                  <a:pt x="3238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421B7F0-AE92-491F-BA6C-3A09FCB916EC}"/>
              </a:ext>
            </a:extLst>
          </p:cNvPr>
          <p:cNvSpPr>
            <a:spLocks noGrp="1"/>
          </p:cNvSpPr>
          <p:nvPr/>
        </p:nvSpPr>
        <p:spPr>
          <a:xfrm>
            <a:off x="9422131" y="8007675"/>
            <a:ext cx="4476750" cy="466725"/>
          </a:xfrm>
          <a:custGeom>
            <a:avLst/>
            <a:gdLst/>
            <a:ahLst/>
            <a:cxnLst/>
            <a:rect l="0" t="0" r="0" b="0"/>
            <a:pathLst>
              <a:path w="4476750" h="466725">
                <a:moveTo>
                  <a:pt x="4476750" y="0"/>
                </a:moveTo>
                <a:lnTo>
                  <a:pt x="4476750" y="466725"/>
                </a:lnTo>
                <a:lnTo>
                  <a:pt x="0" y="4667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5CC06C-3383-4785-AB8F-29DA3D4DC0CA}"/>
              </a:ext>
            </a:extLst>
          </p:cNvPr>
          <p:cNvSpPr>
            <a:spLocks noGrp="1"/>
          </p:cNvSpPr>
          <p:nvPr/>
        </p:nvSpPr>
        <p:spPr>
          <a:xfrm>
            <a:off x="14660884" y="7864795"/>
            <a:ext cx="378619" cy="533400"/>
          </a:xfrm>
          <a:custGeom>
            <a:avLst/>
            <a:gdLst/>
            <a:ahLst/>
            <a:cxnLst/>
            <a:rect l="0" t="0" r="0" b="0"/>
            <a:pathLst>
              <a:path w="378619" h="533400">
                <a:moveTo>
                  <a:pt x="0" y="0"/>
                </a:moveTo>
                <a:lnTo>
                  <a:pt x="378619" y="0"/>
                </a:lnTo>
                <a:lnTo>
                  <a:pt x="377761" y="5334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28C769-5BB1-4304-A9A2-D73EB09202B9}"/>
              </a:ext>
            </a:extLst>
          </p:cNvPr>
          <p:cNvSpPr>
            <a:spLocks noGrp="1"/>
          </p:cNvSpPr>
          <p:nvPr/>
        </p:nvSpPr>
        <p:spPr>
          <a:xfrm>
            <a:off x="9422131" y="8007668"/>
            <a:ext cx="4667250" cy="1066800"/>
          </a:xfrm>
          <a:custGeom>
            <a:avLst/>
            <a:gdLst/>
            <a:ahLst/>
            <a:cxnLst/>
            <a:rect l="0" t="0" r="0" b="0"/>
            <a:pathLst>
              <a:path w="4667250" h="1066800">
                <a:moveTo>
                  <a:pt x="4667250" y="0"/>
                </a:moveTo>
                <a:lnTo>
                  <a:pt x="4667250" y="1066800"/>
                </a:lnTo>
                <a:lnTo>
                  <a:pt x="0" y="10668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91AFD60-3946-491E-B145-A73F2D30B8F7}"/>
              </a:ext>
            </a:extLst>
          </p:cNvPr>
          <p:cNvSpPr>
            <a:spLocks noGrp="1"/>
          </p:cNvSpPr>
          <p:nvPr/>
        </p:nvSpPr>
        <p:spPr>
          <a:xfrm>
            <a:off x="12762364" y="7864797"/>
            <a:ext cx="1136523" cy="95"/>
          </a:xfrm>
          <a:custGeom>
            <a:avLst/>
            <a:gdLst/>
            <a:ahLst/>
            <a:cxnLst/>
            <a:rect l="0" t="0" r="0" b="0"/>
            <a:pathLst>
              <a:path w="1136523" h="95">
                <a:moveTo>
                  <a:pt x="113652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8E7FDA-D088-49C9-824C-DD58E4B569AA}"/>
              </a:ext>
            </a:extLst>
          </p:cNvPr>
          <p:cNvSpPr>
            <a:spLocks noGrp="1"/>
          </p:cNvSpPr>
          <p:nvPr/>
        </p:nvSpPr>
        <p:spPr>
          <a:xfrm>
            <a:off x="13898885" y="7721921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on">
            <a:extLst>
              <a:ext uri="{FF2B5EF4-FFF2-40B4-BE49-F238E27FC236}">
                <a16:creationId xmlns:a16="http://schemas.microsoft.com/office/drawing/2014/main" id="{C23AA8E8-66D2-46F1-BD81-689DB721BF54}"/>
              </a:ext>
            </a:extLst>
          </p:cNvPr>
          <p:cNvSpPr>
            <a:spLocks noGrp="1"/>
          </p:cNvSpPr>
          <p:nvPr/>
        </p:nvSpPr>
        <p:spPr>
          <a:xfrm>
            <a:off x="14021756" y="7778115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606613E-FE71-4E07-9CF6-8AFB55DF4CD8}"/>
              </a:ext>
            </a:extLst>
          </p:cNvPr>
          <p:cNvSpPr>
            <a:spLocks noGrp="1"/>
          </p:cNvSpPr>
          <p:nvPr/>
        </p:nvSpPr>
        <p:spPr>
          <a:xfrm>
            <a:off x="14276645" y="9636447"/>
            <a:ext cx="95" cy="342900"/>
          </a:xfrm>
          <a:custGeom>
            <a:avLst/>
            <a:gdLst/>
            <a:ahLst/>
            <a:cxnLst/>
            <a:rect l="0" t="0" r="0" b="0"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1CE8D1-302C-4960-834C-6BF50C7CA6AA}"/>
              </a:ext>
            </a:extLst>
          </p:cNvPr>
          <p:cNvSpPr>
            <a:spLocks noGrp="1"/>
          </p:cNvSpPr>
          <p:nvPr/>
        </p:nvSpPr>
        <p:spPr>
          <a:xfrm>
            <a:off x="13895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">
            <a:extLst>
              <a:ext uri="{FF2B5EF4-FFF2-40B4-BE49-F238E27FC236}">
                <a16:creationId xmlns:a16="http://schemas.microsoft.com/office/drawing/2014/main" id="{604CDDBB-0584-45C4-8A1D-90B3118434D3}"/>
              </a:ext>
            </a:extLst>
          </p:cNvPr>
          <p:cNvSpPr>
            <a:spLocks noGrp="1"/>
          </p:cNvSpPr>
          <p:nvPr/>
        </p:nvSpPr>
        <p:spPr>
          <a:xfrm>
            <a:off x="13984608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90BA1A6-52FB-4C94-B64D-C58D1B0455F1}"/>
              </a:ext>
            </a:extLst>
          </p:cNvPr>
          <p:cNvSpPr>
            <a:spLocks noGrp="1"/>
          </p:cNvSpPr>
          <p:nvPr/>
        </p:nvSpPr>
        <p:spPr>
          <a:xfrm>
            <a:off x="15800645" y="9636447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30E9880-E316-41F3-8BD5-7CD763877F3A}"/>
              </a:ext>
            </a:extLst>
          </p:cNvPr>
          <p:cNvSpPr>
            <a:spLocks noGrp="1"/>
          </p:cNvSpPr>
          <p:nvPr/>
        </p:nvSpPr>
        <p:spPr>
          <a:xfrm>
            <a:off x="16181648" y="9350697"/>
            <a:ext cx="939451" cy="95"/>
          </a:xfrm>
          <a:custGeom>
            <a:avLst/>
            <a:gdLst/>
            <a:ahLst/>
            <a:cxnLst/>
            <a:rect l="0" t="0" r="0" b="0"/>
            <a:pathLst>
              <a:path w="939451" h="95">
                <a:moveTo>
                  <a:pt x="0" y="0"/>
                </a:moveTo>
                <a:lnTo>
                  <a:pt x="939451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3DB67BB-E74D-4FED-8FD7-1FFCCD0E4D01}"/>
              </a:ext>
            </a:extLst>
          </p:cNvPr>
          <p:cNvSpPr>
            <a:spLocks noGrp="1"/>
          </p:cNvSpPr>
          <p:nvPr/>
        </p:nvSpPr>
        <p:spPr>
          <a:xfrm>
            <a:off x="17104429" y="931735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EA73DE-C01A-4E01-A17E-4DFB44A03139}"/>
              </a:ext>
            </a:extLst>
          </p:cNvPr>
          <p:cNvSpPr>
            <a:spLocks noGrp="1"/>
          </p:cNvSpPr>
          <p:nvPr/>
        </p:nvSpPr>
        <p:spPr>
          <a:xfrm>
            <a:off x="15419645" y="93506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mployee">
            <a:extLst>
              <a:ext uri="{FF2B5EF4-FFF2-40B4-BE49-F238E27FC236}">
                <a16:creationId xmlns:a16="http://schemas.microsoft.com/office/drawing/2014/main" id="{5538D5E2-4573-43FC-9ABE-3726BAAE9031}"/>
              </a:ext>
            </a:extLst>
          </p:cNvPr>
          <p:cNvSpPr>
            <a:spLocks noGrp="1"/>
          </p:cNvSpPr>
          <p:nvPr/>
        </p:nvSpPr>
        <p:spPr>
          <a:xfrm>
            <a:off x="15471460" y="94068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5F9075D-B6DE-4A39-9A84-2F0DAA41C85A}"/>
              </a:ext>
            </a:extLst>
          </p:cNvPr>
          <p:cNvSpPr>
            <a:spLocks noGrp="1"/>
          </p:cNvSpPr>
          <p:nvPr/>
        </p:nvSpPr>
        <p:spPr>
          <a:xfrm>
            <a:off x="152291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0" y="0"/>
                </a:moveTo>
                <a:lnTo>
                  <a:pt x="857" y="190500"/>
                </a:lnTo>
                <a:lnTo>
                  <a:pt x="572357" y="190500"/>
                </a:lnTo>
                <a:lnTo>
                  <a:pt x="57150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17D5442-0C59-4A5B-8438-69B323093F39}"/>
              </a:ext>
            </a:extLst>
          </p:cNvPr>
          <p:cNvSpPr>
            <a:spLocks noGrp="1"/>
          </p:cNvSpPr>
          <p:nvPr/>
        </p:nvSpPr>
        <p:spPr>
          <a:xfrm>
            <a:off x="14276648" y="8969696"/>
            <a:ext cx="572357" cy="381000"/>
          </a:xfrm>
          <a:custGeom>
            <a:avLst/>
            <a:gdLst/>
            <a:ahLst/>
            <a:cxnLst/>
            <a:rect l="0" t="0" r="0" b="0"/>
            <a:pathLst>
              <a:path w="572357" h="381000">
                <a:moveTo>
                  <a:pt x="571500" y="0"/>
                </a:moveTo>
                <a:lnTo>
                  <a:pt x="572357" y="190500"/>
                </a:lnTo>
                <a:lnTo>
                  <a:pt x="857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46C9FFB-D811-471C-81EA-6801D427AD96}"/>
              </a:ext>
            </a:extLst>
          </p:cNvPr>
          <p:cNvSpPr>
            <a:spLocks noGrp="1"/>
          </p:cNvSpPr>
          <p:nvPr/>
        </p:nvSpPr>
        <p:spPr>
          <a:xfrm>
            <a:off x="14657644" y="83886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SA">
            <a:extLst>
              <a:ext uri="{FF2B5EF4-FFF2-40B4-BE49-F238E27FC236}">
                <a16:creationId xmlns:a16="http://schemas.microsoft.com/office/drawing/2014/main" id="{AA608A12-667A-4E5C-962E-C984EEC7E20C}"/>
              </a:ext>
            </a:extLst>
          </p:cNvPr>
          <p:cNvSpPr>
            <a:spLocks noGrp="1"/>
          </p:cNvSpPr>
          <p:nvPr/>
        </p:nvSpPr>
        <p:spPr>
          <a:xfrm rot="-5400000">
            <a:off x="14891961" y="85978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7EDF1E-DA0D-47EF-8819-202A51B0A47D}"/>
              </a:ext>
            </a:extLst>
          </p:cNvPr>
          <p:cNvSpPr>
            <a:spLocks noGrp="1"/>
          </p:cNvSpPr>
          <p:nvPr/>
        </p:nvSpPr>
        <p:spPr>
          <a:xfrm>
            <a:off x="16181646" y="9633742"/>
            <a:ext cx="1000125" cy="3143"/>
          </a:xfrm>
          <a:custGeom>
            <a:avLst/>
            <a:gdLst/>
            <a:ahLst/>
            <a:cxnLst/>
            <a:rect l="0" t="0" r="0" b="0"/>
            <a:pathLst>
              <a:path w="1000125" h="3143">
                <a:moveTo>
                  <a:pt x="1000125" y="0"/>
                </a:moveTo>
                <a:lnTo>
                  <a:pt x="434245" y="0"/>
                </a:lnTo>
                <a:lnTo>
                  <a:pt x="0" y="314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51F516B-C4F4-4B14-9B83-0F832BF5E773}"/>
              </a:ext>
            </a:extLst>
          </p:cNvPr>
          <p:cNvSpPr>
            <a:spLocks noGrp="1"/>
          </p:cNvSpPr>
          <p:nvPr/>
        </p:nvSpPr>
        <p:spPr>
          <a:xfrm>
            <a:off x="17038895" y="92078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ports">
            <a:extLst>
              <a:ext uri="{FF2B5EF4-FFF2-40B4-BE49-F238E27FC236}">
                <a16:creationId xmlns:a16="http://schemas.microsoft.com/office/drawing/2014/main" id="{4C8A4AE6-4FD5-44F8-AC4F-4623C8A559D0}"/>
              </a:ext>
            </a:extLst>
          </p:cNvPr>
          <p:cNvSpPr>
            <a:spLocks noGrp="1"/>
          </p:cNvSpPr>
          <p:nvPr/>
        </p:nvSpPr>
        <p:spPr>
          <a:xfrm>
            <a:off x="17032609" y="9406892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4864356-725E-4EFC-A275-FF1F06D57A21}"/>
              </a:ext>
            </a:extLst>
          </p:cNvPr>
          <p:cNvSpPr>
            <a:spLocks noGrp="1"/>
          </p:cNvSpPr>
          <p:nvPr/>
        </p:nvSpPr>
        <p:spPr>
          <a:xfrm>
            <a:off x="15991145" y="10350820"/>
            <a:ext cx="574739" cy="381000"/>
          </a:xfrm>
          <a:custGeom>
            <a:avLst/>
            <a:gdLst/>
            <a:ahLst/>
            <a:cxnLst/>
            <a:rect l="0" t="0" r="0" b="0"/>
            <a:pathLst>
              <a:path w="574739" h="381000">
                <a:moveTo>
                  <a:pt x="0" y="0"/>
                </a:moveTo>
                <a:lnTo>
                  <a:pt x="857" y="190500"/>
                </a:lnTo>
                <a:lnTo>
                  <a:pt x="574739" y="190500"/>
                </a:lnTo>
                <a:lnTo>
                  <a:pt x="574739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EC7A7FC-ABE6-4416-A8AB-C14FDAC4EFC8}"/>
              </a:ext>
            </a:extLst>
          </p:cNvPr>
          <p:cNvSpPr>
            <a:spLocks noGrp="1"/>
          </p:cNvSpPr>
          <p:nvPr/>
        </p:nvSpPr>
        <p:spPr>
          <a:xfrm>
            <a:off x="15041885" y="10350820"/>
            <a:ext cx="569119" cy="381000"/>
          </a:xfrm>
          <a:custGeom>
            <a:avLst/>
            <a:gdLst/>
            <a:ahLst/>
            <a:cxnLst/>
            <a:rect l="0" t="0" r="0" b="0"/>
            <a:pathLst>
              <a:path w="569119" h="381000">
                <a:moveTo>
                  <a:pt x="568261" y="0"/>
                </a:moveTo>
                <a:lnTo>
                  <a:pt x="569119" y="190500"/>
                </a:lnTo>
                <a:lnTo>
                  <a:pt x="0" y="190500"/>
                </a:lnTo>
                <a:lnTo>
                  <a:pt x="0" y="381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1F2087C-D4AE-4A2A-89C4-221A9B4FE4B4}"/>
              </a:ext>
            </a:extLst>
          </p:cNvPr>
          <p:cNvSpPr>
            <a:spLocks noGrp="1"/>
          </p:cNvSpPr>
          <p:nvPr/>
        </p:nvSpPr>
        <p:spPr>
          <a:xfrm>
            <a:off x="15419645" y="9769796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SA">
            <a:extLst>
              <a:ext uri="{FF2B5EF4-FFF2-40B4-BE49-F238E27FC236}">
                <a16:creationId xmlns:a16="http://schemas.microsoft.com/office/drawing/2014/main" id="{11C12565-C6C3-4A5F-9A0D-F9B169453212}"/>
              </a:ext>
            </a:extLst>
          </p:cNvPr>
          <p:cNvSpPr>
            <a:spLocks noGrp="1"/>
          </p:cNvSpPr>
          <p:nvPr/>
        </p:nvSpPr>
        <p:spPr>
          <a:xfrm rot="-5400000">
            <a:off x="15653960" y="9978961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FC3B80C-935D-4265-93DA-12D2AC112383}"/>
              </a:ext>
            </a:extLst>
          </p:cNvPr>
          <p:cNvSpPr>
            <a:spLocks noGrp="1"/>
          </p:cNvSpPr>
          <p:nvPr/>
        </p:nvSpPr>
        <p:spPr>
          <a:xfrm>
            <a:off x="14375131" y="11017569"/>
            <a:ext cx="666750" cy="190500"/>
          </a:xfrm>
          <a:custGeom>
            <a:avLst/>
            <a:gdLst/>
            <a:ahLst/>
            <a:cxnLst/>
            <a:rect l="0" t="0" r="0" b="0"/>
            <a:pathLst>
              <a:path w="666750" h="190500">
                <a:moveTo>
                  <a:pt x="666750" y="0"/>
                </a:moveTo>
                <a:lnTo>
                  <a:pt x="666750" y="190500"/>
                </a:lnTo>
                <a:lnTo>
                  <a:pt x="0" y="1905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8CEA89-A138-41EA-82FD-F30854B42CF9}"/>
              </a:ext>
            </a:extLst>
          </p:cNvPr>
          <p:cNvSpPr>
            <a:spLocks noGrp="1"/>
          </p:cNvSpPr>
          <p:nvPr/>
        </p:nvSpPr>
        <p:spPr>
          <a:xfrm>
            <a:off x="14660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cademic">
            <a:extLst>
              <a:ext uri="{FF2B5EF4-FFF2-40B4-BE49-F238E27FC236}">
                <a16:creationId xmlns:a16="http://schemas.microsoft.com/office/drawing/2014/main" id="{319DD26A-2012-4E49-8BE0-DC4C6935E1D5}"/>
              </a:ext>
            </a:extLst>
          </p:cNvPr>
          <p:cNvSpPr>
            <a:spLocks noGrp="1"/>
          </p:cNvSpPr>
          <p:nvPr/>
        </p:nvSpPr>
        <p:spPr>
          <a:xfrm>
            <a:off x="14709458" y="107880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520764-A2A6-4BE1-98EA-CD8E9DA42DA3}"/>
              </a:ext>
            </a:extLst>
          </p:cNvPr>
          <p:cNvSpPr>
            <a:spLocks noGrp="1"/>
          </p:cNvSpPr>
          <p:nvPr/>
        </p:nvSpPr>
        <p:spPr>
          <a:xfrm>
            <a:off x="16562649" y="11017574"/>
            <a:ext cx="3239" cy="200025"/>
          </a:xfrm>
          <a:custGeom>
            <a:avLst/>
            <a:gdLst/>
            <a:ahLst/>
            <a:cxnLst/>
            <a:rect l="0" t="0" r="0" b="0"/>
            <a:pathLst>
              <a:path w="3239" h="200025">
                <a:moveTo>
                  <a:pt x="3239" y="0"/>
                </a:moveTo>
                <a:lnTo>
                  <a:pt x="3233" y="347"/>
                </a:lnTo>
                <a:lnTo>
                  <a:pt x="3216" y="1389"/>
                </a:lnTo>
                <a:lnTo>
                  <a:pt x="3188" y="3125"/>
                </a:lnTo>
                <a:lnTo>
                  <a:pt x="3149" y="5556"/>
                </a:lnTo>
                <a:lnTo>
                  <a:pt x="3098" y="8682"/>
                </a:lnTo>
                <a:lnTo>
                  <a:pt x="3036" y="12502"/>
                </a:lnTo>
                <a:lnTo>
                  <a:pt x="2963" y="17016"/>
                </a:lnTo>
                <a:lnTo>
                  <a:pt x="2879" y="22225"/>
                </a:lnTo>
                <a:lnTo>
                  <a:pt x="2783" y="28129"/>
                </a:lnTo>
                <a:lnTo>
                  <a:pt x="2676" y="34727"/>
                </a:lnTo>
                <a:lnTo>
                  <a:pt x="2558" y="42019"/>
                </a:lnTo>
                <a:lnTo>
                  <a:pt x="2429" y="50006"/>
                </a:lnTo>
                <a:lnTo>
                  <a:pt x="2288" y="58688"/>
                </a:lnTo>
                <a:lnTo>
                  <a:pt x="2137" y="68064"/>
                </a:lnTo>
                <a:lnTo>
                  <a:pt x="1973" y="78135"/>
                </a:lnTo>
                <a:lnTo>
                  <a:pt x="1799" y="88900"/>
                </a:lnTo>
                <a:lnTo>
                  <a:pt x="1614" y="100360"/>
                </a:lnTo>
                <a:lnTo>
                  <a:pt x="1417" y="112514"/>
                </a:lnTo>
                <a:lnTo>
                  <a:pt x="1209" y="125363"/>
                </a:lnTo>
                <a:lnTo>
                  <a:pt x="990" y="138906"/>
                </a:lnTo>
                <a:lnTo>
                  <a:pt x="759" y="153144"/>
                </a:lnTo>
                <a:lnTo>
                  <a:pt x="517" y="168077"/>
                </a:lnTo>
                <a:lnTo>
                  <a:pt x="264" y="183704"/>
                </a:lnTo>
                <a:lnTo>
                  <a:pt x="0" y="2000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601D26-4554-4F79-B9A1-3FF58EC022E3}"/>
              </a:ext>
            </a:extLst>
          </p:cNvPr>
          <p:cNvSpPr>
            <a:spLocks noGrp="1"/>
          </p:cNvSpPr>
          <p:nvPr/>
        </p:nvSpPr>
        <p:spPr>
          <a:xfrm>
            <a:off x="16184884" y="10731822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on-academic">
            <a:extLst>
              <a:ext uri="{FF2B5EF4-FFF2-40B4-BE49-F238E27FC236}">
                <a16:creationId xmlns:a16="http://schemas.microsoft.com/office/drawing/2014/main" id="{9ADBF459-6A95-452B-82B5-6D1889EAD51A}"/>
              </a:ext>
            </a:extLst>
          </p:cNvPr>
          <p:cNvSpPr>
            <a:spLocks noGrp="1"/>
          </p:cNvSpPr>
          <p:nvPr/>
        </p:nvSpPr>
        <p:spPr>
          <a:xfrm>
            <a:off x="16084868" y="10788016"/>
            <a:ext cx="94869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non-academic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A4BC162-BC2A-469A-B747-C7A57B45194D}"/>
              </a:ext>
            </a:extLst>
          </p:cNvPr>
          <p:cNvSpPr>
            <a:spLocks noGrp="1"/>
          </p:cNvSpPr>
          <p:nvPr/>
        </p:nvSpPr>
        <p:spPr>
          <a:xfrm>
            <a:off x="14276648" y="10550844"/>
            <a:ext cx="384239" cy="323850"/>
          </a:xfrm>
          <a:custGeom>
            <a:avLst/>
            <a:gdLst/>
            <a:ahLst/>
            <a:cxnLst/>
            <a:rect l="0" t="0" r="0" b="0"/>
            <a:pathLst>
              <a:path w="384239" h="323850">
                <a:moveTo>
                  <a:pt x="0" y="0"/>
                </a:moveTo>
                <a:lnTo>
                  <a:pt x="857" y="323850"/>
                </a:lnTo>
                <a:lnTo>
                  <a:pt x="384239" y="32385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C18F2B-399F-429C-824A-ACB06383CEE2}"/>
              </a:ext>
            </a:extLst>
          </p:cNvPr>
          <p:cNvSpPr>
            <a:spLocks noGrp="1"/>
          </p:cNvSpPr>
          <p:nvPr/>
        </p:nvSpPr>
        <p:spPr>
          <a:xfrm>
            <a:off x="13990896" y="99793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upervised">
            <a:extLst>
              <a:ext uri="{FF2B5EF4-FFF2-40B4-BE49-F238E27FC236}">
                <a16:creationId xmlns:a16="http://schemas.microsoft.com/office/drawing/2014/main" id="{5FD6FDBA-591E-4DF3-8F7E-69DE658B1BD3}"/>
              </a:ext>
            </a:extLst>
          </p:cNvPr>
          <p:cNvSpPr>
            <a:spLocks noGrp="1"/>
          </p:cNvSpPr>
          <p:nvPr/>
        </p:nvSpPr>
        <p:spPr>
          <a:xfrm>
            <a:off x="13996989" y="10205085"/>
            <a:ext cx="55245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4962A28-9EE7-47AE-A0D4-9B13C7863612}"/>
              </a:ext>
            </a:extLst>
          </p:cNvPr>
          <p:cNvSpPr>
            <a:spLocks noGrp="1"/>
          </p:cNvSpPr>
          <p:nvPr/>
        </p:nvSpPr>
        <p:spPr>
          <a:xfrm>
            <a:off x="10473122" y="4169096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10F095D-C4F7-4C4D-9004-8B4E477C7C7F}"/>
              </a:ext>
            </a:extLst>
          </p:cNvPr>
          <p:cNvSpPr>
            <a:spLocks noGrp="1"/>
          </p:cNvSpPr>
          <p:nvPr/>
        </p:nvSpPr>
        <p:spPr>
          <a:xfrm>
            <a:off x="5802638" y="5369249"/>
            <a:ext cx="4479989" cy="790575"/>
          </a:xfrm>
          <a:custGeom>
            <a:avLst/>
            <a:gdLst/>
            <a:ahLst/>
            <a:cxnLst/>
            <a:rect l="0" t="0" r="0" b="0"/>
            <a:pathLst>
              <a:path w="4479989" h="790575">
                <a:moveTo>
                  <a:pt x="4479989" y="0"/>
                </a:moveTo>
                <a:lnTo>
                  <a:pt x="4479131" y="790575"/>
                </a:lnTo>
                <a:lnTo>
                  <a:pt x="0" y="7905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40174FC-D97C-4DD3-9F9A-D115C0B7779F}"/>
              </a:ext>
            </a:extLst>
          </p:cNvPr>
          <p:cNvSpPr>
            <a:spLocks noGrp="1"/>
          </p:cNvSpPr>
          <p:nvPr/>
        </p:nvSpPr>
        <p:spPr>
          <a:xfrm>
            <a:off x="8850634" y="5226370"/>
            <a:ext cx="1241488" cy="95"/>
          </a:xfrm>
          <a:custGeom>
            <a:avLst/>
            <a:gdLst/>
            <a:ahLst/>
            <a:cxnLst/>
            <a:rect l="0" t="0" r="0" b="0"/>
            <a:pathLst>
              <a:path w="1241488" h="95">
                <a:moveTo>
                  <a:pt x="1241488" y="0"/>
                </a:moveTo>
                <a:lnTo>
                  <a:pt x="1239333" y="0"/>
                </a:lnTo>
                <a:lnTo>
                  <a:pt x="1232867" y="0"/>
                </a:lnTo>
                <a:lnTo>
                  <a:pt x="1222090" y="0"/>
                </a:lnTo>
                <a:lnTo>
                  <a:pt x="1207003" y="0"/>
                </a:lnTo>
                <a:lnTo>
                  <a:pt x="1187604" y="0"/>
                </a:lnTo>
                <a:lnTo>
                  <a:pt x="1163895" y="0"/>
                </a:lnTo>
                <a:lnTo>
                  <a:pt x="1135876" y="0"/>
                </a:lnTo>
                <a:lnTo>
                  <a:pt x="1103545" y="0"/>
                </a:lnTo>
                <a:lnTo>
                  <a:pt x="1066904" y="0"/>
                </a:lnTo>
                <a:lnTo>
                  <a:pt x="1025952" y="0"/>
                </a:lnTo>
                <a:lnTo>
                  <a:pt x="980690" y="0"/>
                </a:lnTo>
                <a:lnTo>
                  <a:pt x="931116" y="0"/>
                </a:lnTo>
                <a:lnTo>
                  <a:pt x="877232" y="0"/>
                </a:lnTo>
                <a:lnTo>
                  <a:pt x="819038" y="0"/>
                </a:lnTo>
                <a:lnTo>
                  <a:pt x="756532" y="0"/>
                </a:lnTo>
                <a:lnTo>
                  <a:pt x="689716" y="0"/>
                </a:lnTo>
                <a:lnTo>
                  <a:pt x="618589" y="0"/>
                </a:lnTo>
                <a:lnTo>
                  <a:pt x="543151" y="0"/>
                </a:lnTo>
                <a:lnTo>
                  <a:pt x="463403" y="0"/>
                </a:lnTo>
                <a:lnTo>
                  <a:pt x="379344" y="0"/>
                </a:lnTo>
                <a:lnTo>
                  <a:pt x="290974" y="0"/>
                </a:lnTo>
                <a:lnTo>
                  <a:pt x="198293" y="0"/>
                </a:lnTo>
                <a:lnTo>
                  <a:pt x="101302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F6087F1-84B5-4FBC-BA20-1B8315FB1AA1}"/>
              </a:ext>
            </a:extLst>
          </p:cNvPr>
          <p:cNvSpPr>
            <a:spLocks noGrp="1"/>
          </p:cNvSpPr>
          <p:nvPr/>
        </p:nvSpPr>
        <p:spPr>
          <a:xfrm>
            <a:off x="9332599" y="5369243"/>
            <a:ext cx="759524" cy="1657350"/>
          </a:xfrm>
          <a:custGeom>
            <a:avLst/>
            <a:gdLst/>
            <a:ahLst/>
            <a:cxnLst/>
            <a:rect l="0" t="0" r="0" b="0"/>
            <a:pathLst>
              <a:path w="759524" h="1657350">
                <a:moveTo>
                  <a:pt x="759524" y="0"/>
                </a:moveTo>
                <a:lnTo>
                  <a:pt x="758666" y="1657350"/>
                </a:lnTo>
                <a:lnTo>
                  <a:pt x="0" y="165735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0B6473F-530E-4E77-BAC9-70B987A1C8C0}"/>
              </a:ext>
            </a:extLst>
          </p:cNvPr>
          <p:cNvSpPr>
            <a:spLocks noGrp="1"/>
          </p:cNvSpPr>
          <p:nvPr/>
        </p:nvSpPr>
        <p:spPr>
          <a:xfrm>
            <a:off x="9254017" y="697420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895090-F36A-482D-9FCB-CC10F3020CB2}"/>
              </a:ext>
            </a:extLst>
          </p:cNvPr>
          <p:cNvSpPr>
            <a:spLocks noGrp="1"/>
          </p:cNvSpPr>
          <p:nvPr/>
        </p:nvSpPr>
        <p:spPr>
          <a:xfrm>
            <a:off x="10092121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laboratory">
            <a:extLst>
              <a:ext uri="{FF2B5EF4-FFF2-40B4-BE49-F238E27FC236}">
                <a16:creationId xmlns:a16="http://schemas.microsoft.com/office/drawing/2014/main" id="{8FB28CA5-2599-483F-B2F6-EEE29C3222CE}"/>
              </a:ext>
            </a:extLst>
          </p:cNvPr>
          <p:cNvSpPr>
            <a:spLocks noGrp="1"/>
          </p:cNvSpPr>
          <p:nvPr/>
        </p:nvSpPr>
        <p:spPr>
          <a:xfrm>
            <a:off x="10072691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laboratory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8957560-262A-4452-9CA3-7A49D98A68BA}"/>
              </a:ext>
            </a:extLst>
          </p:cNvPr>
          <p:cNvSpPr>
            <a:spLocks noGrp="1"/>
          </p:cNvSpPr>
          <p:nvPr/>
        </p:nvSpPr>
        <p:spPr>
          <a:xfrm>
            <a:off x="10850888" y="7864800"/>
            <a:ext cx="1339977" cy="9525"/>
          </a:xfrm>
          <a:custGeom>
            <a:avLst/>
            <a:gdLst/>
            <a:ahLst/>
            <a:cxnLst/>
            <a:rect l="0" t="0" r="0" b="0"/>
            <a:pathLst>
              <a:path w="1339977" h="9525">
                <a:moveTo>
                  <a:pt x="1339977" y="0"/>
                </a:moveTo>
                <a:lnTo>
                  <a:pt x="669131" y="0"/>
                </a:lnTo>
                <a:lnTo>
                  <a:pt x="0" y="95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FF1C00-F3BB-44DA-B1D1-287F0E6447B9}"/>
              </a:ext>
            </a:extLst>
          </p:cNvPr>
          <p:cNvSpPr>
            <a:spLocks noGrp="1"/>
          </p:cNvSpPr>
          <p:nvPr/>
        </p:nvSpPr>
        <p:spPr>
          <a:xfrm>
            <a:off x="12476611" y="7312344"/>
            <a:ext cx="95" cy="266700"/>
          </a:xfrm>
          <a:custGeom>
            <a:avLst/>
            <a:gdLst/>
            <a:ahLst/>
            <a:cxnLst/>
            <a:rect l="0" t="0" r="0" b="0"/>
            <a:pathLst>
              <a:path w="95" h="266700">
                <a:moveTo>
                  <a:pt x="0" y="266700"/>
                </a:moveTo>
                <a:lnTo>
                  <a:pt x="0" y="266237"/>
                </a:lnTo>
                <a:lnTo>
                  <a:pt x="0" y="264848"/>
                </a:lnTo>
                <a:lnTo>
                  <a:pt x="0" y="262533"/>
                </a:lnTo>
                <a:lnTo>
                  <a:pt x="0" y="259292"/>
                </a:lnTo>
                <a:lnTo>
                  <a:pt x="0" y="255124"/>
                </a:lnTo>
                <a:lnTo>
                  <a:pt x="0" y="250031"/>
                </a:lnTo>
                <a:lnTo>
                  <a:pt x="0" y="244012"/>
                </a:lnTo>
                <a:lnTo>
                  <a:pt x="0" y="237067"/>
                </a:lnTo>
                <a:lnTo>
                  <a:pt x="0" y="229195"/>
                </a:lnTo>
                <a:lnTo>
                  <a:pt x="0" y="220398"/>
                </a:lnTo>
                <a:lnTo>
                  <a:pt x="0" y="210674"/>
                </a:lnTo>
                <a:lnTo>
                  <a:pt x="0" y="200025"/>
                </a:lnTo>
                <a:lnTo>
                  <a:pt x="0" y="188449"/>
                </a:lnTo>
                <a:lnTo>
                  <a:pt x="0" y="175948"/>
                </a:lnTo>
                <a:lnTo>
                  <a:pt x="0" y="162520"/>
                </a:lnTo>
                <a:lnTo>
                  <a:pt x="0" y="148167"/>
                </a:lnTo>
                <a:lnTo>
                  <a:pt x="0" y="132887"/>
                </a:lnTo>
                <a:lnTo>
                  <a:pt x="0" y="116681"/>
                </a:lnTo>
                <a:lnTo>
                  <a:pt x="0" y="99549"/>
                </a:lnTo>
                <a:lnTo>
                  <a:pt x="0" y="81492"/>
                </a:lnTo>
                <a:lnTo>
                  <a:pt x="0" y="62508"/>
                </a:lnTo>
                <a:lnTo>
                  <a:pt x="0" y="42598"/>
                </a:lnTo>
                <a:lnTo>
                  <a:pt x="0" y="2176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C3D72CB-3343-4961-8775-3A4548680FD7}"/>
              </a:ext>
            </a:extLst>
          </p:cNvPr>
          <p:cNvSpPr>
            <a:spLocks noGrp="1"/>
          </p:cNvSpPr>
          <p:nvPr/>
        </p:nvSpPr>
        <p:spPr>
          <a:xfrm>
            <a:off x="12190861" y="75790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involves">
            <a:extLst>
              <a:ext uri="{FF2B5EF4-FFF2-40B4-BE49-F238E27FC236}">
                <a16:creationId xmlns:a16="http://schemas.microsoft.com/office/drawing/2014/main" id="{D13E3707-3346-46AB-89FC-03DA44945366}"/>
              </a:ext>
            </a:extLst>
          </p:cNvPr>
          <p:cNvSpPr>
            <a:spLocks noGrp="1"/>
          </p:cNvSpPr>
          <p:nvPr/>
        </p:nvSpPr>
        <p:spPr>
          <a:xfrm>
            <a:off x="12147234" y="7778115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involves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07FE0B0-6D87-4F0B-8473-2DE147022ED4}"/>
              </a:ext>
            </a:extLst>
          </p:cNvPr>
          <p:cNvSpPr>
            <a:spLocks noGrp="1"/>
          </p:cNvSpPr>
          <p:nvPr/>
        </p:nvSpPr>
        <p:spPr>
          <a:xfrm>
            <a:off x="10755632" y="9836474"/>
            <a:ext cx="1524000" cy="428625"/>
          </a:xfrm>
          <a:custGeom>
            <a:avLst/>
            <a:gdLst/>
            <a:ahLst/>
            <a:cxnLst/>
            <a:rect l="0" t="0" r="0" b="0"/>
            <a:pathLst>
              <a:path w="1524000" h="428625">
                <a:moveTo>
                  <a:pt x="1524000" y="428625"/>
                </a:moveTo>
                <a:lnTo>
                  <a:pt x="1524000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10B54A-C272-4A6A-B0F5-6FF48D21AA4E}"/>
              </a:ext>
            </a:extLst>
          </p:cNvPr>
          <p:cNvSpPr>
            <a:spLocks noGrp="1"/>
          </p:cNvSpPr>
          <p:nvPr/>
        </p:nvSpPr>
        <p:spPr>
          <a:xfrm>
            <a:off x="11898633" y="102650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udget">
            <a:extLst>
              <a:ext uri="{FF2B5EF4-FFF2-40B4-BE49-F238E27FC236}">
                <a16:creationId xmlns:a16="http://schemas.microsoft.com/office/drawing/2014/main" id="{35E5B39A-C844-4E5E-9134-CDA28B245605}"/>
              </a:ext>
            </a:extLst>
          </p:cNvPr>
          <p:cNvSpPr>
            <a:spLocks noGrp="1"/>
          </p:cNvSpPr>
          <p:nvPr/>
        </p:nvSpPr>
        <p:spPr>
          <a:xfrm>
            <a:off x="12021505" y="103212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88C1746-14DB-4FD6-99B0-940B34AF4588}"/>
              </a:ext>
            </a:extLst>
          </p:cNvPr>
          <p:cNvSpPr>
            <a:spLocks noGrp="1"/>
          </p:cNvSpPr>
          <p:nvPr/>
        </p:nvSpPr>
        <p:spPr>
          <a:xfrm>
            <a:off x="12660635" y="10407971"/>
            <a:ext cx="1046797" cy="800100"/>
          </a:xfrm>
          <a:custGeom>
            <a:avLst/>
            <a:gdLst/>
            <a:ahLst/>
            <a:cxnLst/>
            <a:rect l="0" t="0" r="0" b="0"/>
            <a:pathLst>
              <a:path w="1046797" h="800100">
                <a:moveTo>
                  <a:pt x="1046797" y="800100"/>
                </a:moveTo>
                <a:lnTo>
                  <a:pt x="571500" y="80010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8A0DE1F-6E06-4B6B-BC7D-212F8F991776}"/>
              </a:ext>
            </a:extLst>
          </p:cNvPr>
          <p:cNvSpPr>
            <a:spLocks noGrp="1"/>
          </p:cNvSpPr>
          <p:nvPr/>
        </p:nvSpPr>
        <p:spPr>
          <a:xfrm>
            <a:off x="13686003" y="1116521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0559656-BDEB-4AE2-9924-45B417BE105A}"/>
              </a:ext>
            </a:extLst>
          </p:cNvPr>
          <p:cNvSpPr>
            <a:spLocks noGrp="1"/>
          </p:cNvSpPr>
          <p:nvPr/>
        </p:nvSpPr>
        <p:spPr>
          <a:xfrm>
            <a:off x="13803635" y="10922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anaged">
            <a:extLst>
              <a:ext uri="{FF2B5EF4-FFF2-40B4-BE49-F238E27FC236}">
                <a16:creationId xmlns:a16="http://schemas.microsoft.com/office/drawing/2014/main" id="{80CA1B51-13A5-433B-9FE9-46AD3E40242A}"/>
              </a:ext>
            </a:extLst>
          </p:cNvPr>
          <p:cNvSpPr>
            <a:spLocks noGrp="1"/>
          </p:cNvSpPr>
          <p:nvPr/>
        </p:nvSpPr>
        <p:spPr>
          <a:xfrm>
            <a:off x="13880786" y="11148060"/>
            <a:ext cx="4038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managed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5FEF1ED-C542-4384-BF62-FCA7188A1BA8}"/>
              </a:ext>
            </a:extLst>
          </p:cNvPr>
          <p:cNvSpPr>
            <a:spLocks noGrp="1"/>
          </p:cNvSpPr>
          <p:nvPr/>
        </p:nvSpPr>
        <p:spPr>
          <a:xfrm>
            <a:off x="10469884" y="7027545"/>
            <a:ext cx="2476" cy="703898"/>
          </a:xfrm>
          <a:custGeom>
            <a:avLst/>
            <a:gdLst/>
            <a:ahLst/>
            <a:cxnLst/>
            <a:rect l="0" t="0" r="0" b="0"/>
            <a:pathLst>
              <a:path w="2476" h="703898">
                <a:moveTo>
                  <a:pt x="0" y="703898"/>
                </a:moveTo>
                <a:lnTo>
                  <a:pt x="0" y="303848"/>
                </a:lnTo>
                <a:lnTo>
                  <a:pt x="2476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E5E8145-837F-4FAD-8A55-D73DCBC1DB6B}"/>
              </a:ext>
            </a:extLst>
          </p:cNvPr>
          <p:cNvSpPr>
            <a:spLocks noGrp="1"/>
          </p:cNvSpPr>
          <p:nvPr/>
        </p:nvSpPr>
        <p:spPr>
          <a:xfrm>
            <a:off x="10429309" y="6963252"/>
            <a:ext cx="85725" cy="86106"/>
          </a:xfrm>
          <a:custGeom>
            <a:avLst/>
            <a:gdLst/>
            <a:ahLst/>
            <a:cxnLst/>
            <a:rect l="0" t="0" r="0" b="0"/>
            <a:pathLst>
              <a:path w="85725" h="86106">
                <a:moveTo>
                  <a:pt x="43529" y="0"/>
                </a:moveTo>
                <a:lnTo>
                  <a:pt x="85725" y="86106"/>
                </a:lnTo>
                <a:lnTo>
                  <a:pt x="43053" y="64294"/>
                </a:lnTo>
                <a:lnTo>
                  <a:pt x="0" y="85439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63B039-A073-4DB7-ACC7-9CFEC4DC9F48}"/>
              </a:ext>
            </a:extLst>
          </p:cNvPr>
          <p:cNvSpPr>
            <a:spLocks noGrp="1"/>
          </p:cNvSpPr>
          <p:nvPr/>
        </p:nvSpPr>
        <p:spPr>
          <a:xfrm>
            <a:off x="1008888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search">
            <a:extLst>
              <a:ext uri="{FF2B5EF4-FFF2-40B4-BE49-F238E27FC236}">
                <a16:creationId xmlns:a16="http://schemas.microsoft.com/office/drawing/2014/main" id="{173226FC-937F-4481-91C0-DBF12517C6EF}"/>
              </a:ext>
            </a:extLst>
          </p:cNvPr>
          <p:cNvSpPr>
            <a:spLocks noGrp="1"/>
          </p:cNvSpPr>
          <p:nvPr/>
        </p:nvSpPr>
        <p:spPr>
          <a:xfrm>
            <a:off x="10137458" y="771906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62" name="project">
            <a:extLst>
              <a:ext uri="{FF2B5EF4-FFF2-40B4-BE49-F238E27FC236}">
                <a16:creationId xmlns:a16="http://schemas.microsoft.com/office/drawing/2014/main" id="{02EFF6F1-96F5-4130-A1CC-0C649C1572BB}"/>
              </a:ext>
            </a:extLst>
          </p:cNvPr>
          <p:cNvSpPr>
            <a:spLocks noGrp="1"/>
          </p:cNvSpPr>
          <p:nvPr/>
        </p:nvSpPr>
        <p:spPr>
          <a:xfrm>
            <a:off x="10174609" y="785622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B249C8A-167A-419E-AD4A-4054E182C5E2}"/>
              </a:ext>
            </a:extLst>
          </p:cNvPr>
          <p:cNvSpPr>
            <a:spLocks noGrp="1"/>
          </p:cNvSpPr>
          <p:nvPr/>
        </p:nvSpPr>
        <p:spPr>
          <a:xfrm>
            <a:off x="10473122" y="2941320"/>
            <a:ext cx="95" cy="122872"/>
          </a:xfrm>
          <a:custGeom>
            <a:avLst/>
            <a:gdLst/>
            <a:ahLst/>
            <a:cxnLst/>
            <a:rect l="0" t="0" r="0" b="0"/>
            <a:pathLst>
              <a:path w="95" h="122872">
                <a:moveTo>
                  <a:pt x="0" y="122872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6B163961-5EAF-491E-B334-5537C3D4AE3E}"/>
              </a:ext>
            </a:extLst>
          </p:cNvPr>
          <p:cNvSpPr>
            <a:spLocks noGrp="1"/>
          </p:cNvSpPr>
          <p:nvPr/>
        </p:nvSpPr>
        <p:spPr>
          <a:xfrm>
            <a:off x="10430262" y="2877032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42863" y="64294"/>
                </a:lnTo>
                <a:lnTo>
                  <a:pt x="0" y="8572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6AA04A7-9388-453C-981A-F91FBB77B81E}"/>
              </a:ext>
            </a:extLst>
          </p:cNvPr>
          <p:cNvSpPr>
            <a:spLocks noGrp="1"/>
          </p:cNvSpPr>
          <p:nvPr/>
        </p:nvSpPr>
        <p:spPr>
          <a:xfrm>
            <a:off x="10473122" y="3349943"/>
            <a:ext cx="95" cy="137160"/>
          </a:xfrm>
          <a:custGeom>
            <a:avLst/>
            <a:gdLst/>
            <a:ahLst/>
            <a:cxnLst/>
            <a:rect l="0" t="0" r="0" b="0"/>
            <a:pathLst>
              <a:path w="95" h="137160">
                <a:moveTo>
                  <a:pt x="0" y="0"/>
                </a:moveTo>
                <a:lnTo>
                  <a:pt x="0" y="238"/>
                </a:lnTo>
                <a:lnTo>
                  <a:pt x="0" y="952"/>
                </a:lnTo>
                <a:lnTo>
                  <a:pt x="0" y="2143"/>
                </a:lnTo>
                <a:lnTo>
                  <a:pt x="0" y="3810"/>
                </a:lnTo>
                <a:lnTo>
                  <a:pt x="0" y="5953"/>
                </a:lnTo>
                <a:lnTo>
                  <a:pt x="0" y="8573"/>
                </a:lnTo>
                <a:lnTo>
                  <a:pt x="0" y="11668"/>
                </a:lnTo>
                <a:lnTo>
                  <a:pt x="0" y="15240"/>
                </a:lnTo>
                <a:lnTo>
                  <a:pt x="0" y="19288"/>
                </a:lnTo>
                <a:lnTo>
                  <a:pt x="0" y="23812"/>
                </a:lnTo>
                <a:lnTo>
                  <a:pt x="0" y="28813"/>
                </a:lnTo>
                <a:lnTo>
                  <a:pt x="0" y="34290"/>
                </a:lnTo>
                <a:lnTo>
                  <a:pt x="0" y="40243"/>
                </a:lnTo>
                <a:lnTo>
                  <a:pt x="0" y="46673"/>
                </a:lnTo>
                <a:lnTo>
                  <a:pt x="0" y="53578"/>
                </a:lnTo>
                <a:lnTo>
                  <a:pt x="0" y="60960"/>
                </a:lnTo>
                <a:lnTo>
                  <a:pt x="0" y="68818"/>
                </a:lnTo>
                <a:lnTo>
                  <a:pt x="0" y="77152"/>
                </a:lnTo>
                <a:lnTo>
                  <a:pt x="0" y="85963"/>
                </a:lnTo>
                <a:lnTo>
                  <a:pt x="0" y="95250"/>
                </a:lnTo>
                <a:lnTo>
                  <a:pt x="0" y="105013"/>
                </a:lnTo>
                <a:lnTo>
                  <a:pt x="0" y="115253"/>
                </a:lnTo>
                <a:lnTo>
                  <a:pt x="0" y="125968"/>
                </a:lnTo>
                <a:lnTo>
                  <a:pt x="0" y="13716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D82393B-8498-479D-A0C7-3A914E83DEAA}"/>
              </a:ext>
            </a:extLst>
          </p:cNvPr>
          <p:cNvSpPr>
            <a:spLocks noGrp="1"/>
          </p:cNvSpPr>
          <p:nvPr/>
        </p:nvSpPr>
        <p:spPr>
          <a:xfrm>
            <a:off x="10420735" y="346091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25F6F9D-140C-40FD-A005-44F707816FEE}"/>
              </a:ext>
            </a:extLst>
          </p:cNvPr>
          <p:cNvSpPr>
            <a:spLocks noGrp="1"/>
          </p:cNvSpPr>
          <p:nvPr/>
        </p:nvSpPr>
        <p:spPr>
          <a:xfrm>
            <a:off x="10092121" y="306419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equipment">
            <a:extLst>
              <a:ext uri="{FF2B5EF4-FFF2-40B4-BE49-F238E27FC236}">
                <a16:creationId xmlns:a16="http://schemas.microsoft.com/office/drawing/2014/main" id="{C93C4D61-7673-4B01-B57F-A387980036B1}"/>
              </a:ext>
            </a:extLst>
          </p:cNvPr>
          <p:cNvSpPr>
            <a:spLocks noGrp="1"/>
          </p:cNvSpPr>
          <p:nvPr/>
        </p:nvSpPr>
        <p:spPr>
          <a:xfrm>
            <a:off x="10109839" y="30518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69" name="units">
            <a:extLst>
              <a:ext uri="{FF2B5EF4-FFF2-40B4-BE49-F238E27FC236}">
                <a16:creationId xmlns:a16="http://schemas.microsoft.com/office/drawing/2014/main" id="{337BA213-FA04-460C-84E3-8B3449B0FEDB}"/>
              </a:ext>
            </a:extLst>
          </p:cNvPr>
          <p:cNvSpPr>
            <a:spLocks noGrp="1"/>
          </p:cNvSpPr>
          <p:nvPr/>
        </p:nvSpPr>
        <p:spPr>
          <a:xfrm>
            <a:off x="10258432" y="3188972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A653372-41FB-407A-98D2-1075C168BF60}"/>
              </a:ext>
            </a:extLst>
          </p:cNvPr>
          <p:cNvSpPr>
            <a:spLocks noGrp="1"/>
          </p:cNvSpPr>
          <p:nvPr/>
        </p:nvSpPr>
        <p:spPr>
          <a:xfrm>
            <a:off x="7612385" y="68741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aculty">
            <a:extLst>
              <a:ext uri="{FF2B5EF4-FFF2-40B4-BE49-F238E27FC236}">
                <a16:creationId xmlns:a16="http://schemas.microsoft.com/office/drawing/2014/main" id="{B795D6B8-7767-4253-B426-215E3621061D}"/>
              </a:ext>
            </a:extLst>
          </p:cNvPr>
          <p:cNvSpPr>
            <a:spLocks noGrp="1"/>
          </p:cNvSpPr>
          <p:nvPr/>
        </p:nvSpPr>
        <p:spPr>
          <a:xfrm>
            <a:off x="7698109" y="6930391"/>
            <a:ext cx="57721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C6BDE82-4510-4F25-9BE6-462EC31B1334}"/>
              </a:ext>
            </a:extLst>
          </p:cNvPr>
          <p:cNvSpPr>
            <a:spLocks noGrp="1"/>
          </p:cNvSpPr>
          <p:nvPr/>
        </p:nvSpPr>
        <p:spPr>
          <a:xfrm>
            <a:off x="10854125" y="5226371"/>
            <a:ext cx="1336739" cy="95"/>
          </a:xfrm>
          <a:custGeom>
            <a:avLst/>
            <a:gdLst/>
            <a:ahLst/>
            <a:cxnLst/>
            <a:rect l="0" t="0" r="0" b="0"/>
            <a:pathLst>
              <a:path w="1336739" h="95">
                <a:moveTo>
                  <a:pt x="133673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3722CEA-6317-432E-B658-CE72CB54C507}"/>
              </a:ext>
            </a:extLst>
          </p:cNvPr>
          <p:cNvSpPr>
            <a:spLocks noGrp="1"/>
          </p:cNvSpPr>
          <p:nvPr/>
        </p:nvSpPr>
        <p:spPr>
          <a:xfrm>
            <a:off x="12190861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ttached">
            <a:extLst>
              <a:ext uri="{FF2B5EF4-FFF2-40B4-BE49-F238E27FC236}">
                <a16:creationId xmlns:a16="http://schemas.microsoft.com/office/drawing/2014/main" id="{6D31C31A-C1AD-4EAE-88E7-7E92DD17665C}"/>
              </a:ext>
            </a:extLst>
          </p:cNvPr>
          <p:cNvSpPr>
            <a:spLocks noGrp="1"/>
          </p:cNvSpPr>
          <p:nvPr/>
        </p:nvSpPr>
        <p:spPr>
          <a:xfrm>
            <a:off x="12147234" y="51396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attached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26736000-ADC1-4B34-B472-88B06C1428BE}"/>
              </a:ext>
            </a:extLst>
          </p:cNvPr>
          <p:cNvSpPr>
            <a:spLocks noGrp="1"/>
          </p:cNvSpPr>
          <p:nvPr/>
        </p:nvSpPr>
        <p:spPr>
          <a:xfrm>
            <a:off x="10187372" y="359759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hosts">
            <a:extLst>
              <a:ext uri="{FF2B5EF4-FFF2-40B4-BE49-F238E27FC236}">
                <a16:creationId xmlns:a16="http://schemas.microsoft.com/office/drawing/2014/main" id="{B4ED298B-D011-4E2E-B521-46A7B95BAA6B}"/>
              </a:ext>
            </a:extLst>
          </p:cNvPr>
          <p:cNvSpPr>
            <a:spLocks noGrp="1"/>
          </p:cNvSpPr>
          <p:nvPr/>
        </p:nvSpPr>
        <p:spPr>
          <a:xfrm>
            <a:off x="10258432" y="37966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A3F621B-15E9-4B7E-929F-2C016B93EDCB}"/>
              </a:ext>
            </a:extLst>
          </p:cNvPr>
          <p:cNvSpPr>
            <a:spLocks noGrp="1"/>
          </p:cNvSpPr>
          <p:nvPr/>
        </p:nvSpPr>
        <p:spPr>
          <a:xfrm>
            <a:off x="8374387" y="7026597"/>
            <a:ext cx="276225" cy="95"/>
          </a:xfrm>
          <a:custGeom>
            <a:avLst/>
            <a:gdLst/>
            <a:ahLst/>
            <a:cxnLst/>
            <a:rect l="0" t="0" r="0" b="0"/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DAC8DCCF-6C71-41BA-80EF-DA976F69FE79}"/>
              </a:ext>
            </a:extLst>
          </p:cNvPr>
          <p:cNvSpPr>
            <a:spLocks noGrp="1"/>
          </p:cNvSpPr>
          <p:nvPr/>
        </p:nvSpPr>
        <p:spPr>
          <a:xfrm>
            <a:off x="8650610" y="6740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upervised">
            <a:extLst>
              <a:ext uri="{FF2B5EF4-FFF2-40B4-BE49-F238E27FC236}">
                <a16:creationId xmlns:a16="http://schemas.microsoft.com/office/drawing/2014/main" id="{E540CCC9-5F06-4917-9FC1-DE9696B67726}"/>
              </a:ext>
            </a:extLst>
          </p:cNvPr>
          <p:cNvSpPr>
            <a:spLocks noGrp="1"/>
          </p:cNvSpPr>
          <p:nvPr/>
        </p:nvSpPr>
        <p:spPr>
          <a:xfrm>
            <a:off x="8664986" y="6963252"/>
            <a:ext cx="529587" cy="1695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1DA6C36B-B755-4691-BBCD-77DA61AF0256}"/>
              </a:ext>
            </a:extLst>
          </p:cNvPr>
          <p:cNvSpPr>
            <a:spLocks noGrp="1"/>
          </p:cNvSpPr>
          <p:nvPr/>
        </p:nvSpPr>
        <p:spPr>
          <a:xfrm>
            <a:off x="10473122" y="5369243"/>
            <a:ext cx="95" cy="990600"/>
          </a:xfrm>
          <a:custGeom>
            <a:avLst/>
            <a:gdLst/>
            <a:ahLst/>
            <a:cxnLst/>
            <a:rect l="0" t="0" r="0" b="0"/>
            <a:pathLst>
              <a:path w="9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1CB56342-9BAD-41AB-83C9-27847D645244}"/>
              </a:ext>
            </a:extLst>
          </p:cNvPr>
          <p:cNvSpPr>
            <a:spLocks noGrp="1"/>
          </p:cNvSpPr>
          <p:nvPr/>
        </p:nvSpPr>
        <p:spPr>
          <a:xfrm>
            <a:off x="10187372" y="635984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rganized in">
            <a:extLst>
              <a:ext uri="{FF2B5EF4-FFF2-40B4-BE49-F238E27FC236}">
                <a16:creationId xmlns:a16="http://schemas.microsoft.com/office/drawing/2014/main" id="{94935DAA-C0BB-4B0C-88FB-43DC59886D5B}"/>
              </a:ext>
            </a:extLst>
          </p:cNvPr>
          <p:cNvSpPr>
            <a:spLocks noGrp="1"/>
          </p:cNvSpPr>
          <p:nvPr/>
        </p:nvSpPr>
        <p:spPr>
          <a:xfrm>
            <a:off x="10146983" y="6585585"/>
            <a:ext cx="6515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in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8485F1FC-05A6-4BD3-BF2A-96F35486C670}"/>
              </a:ext>
            </a:extLst>
          </p:cNvPr>
          <p:cNvSpPr>
            <a:spLocks noGrp="1"/>
          </p:cNvSpPr>
          <p:nvPr/>
        </p:nvSpPr>
        <p:spPr>
          <a:xfrm>
            <a:off x="10469885" y="8160072"/>
            <a:ext cx="95" cy="1390650"/>
          </a:xfrm>
          <a:custGeom>
            <a:avLst/>
            <a:gdLst/>
            <a:ahLst/>
            <a:cxnLst/>
            <a:rect l="0" t="0" r="0" b="0"/>
            <a:pathLst>
              <a:path w="95" h="1390650">
                <a:moveTo>
                  <a:pt x="0" y="13906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3F03B59-D3E4-48BF-9F86-ADBFB0351548}"/>
              </a:ext>
            </a:extLst>
          </p:cNvPr>
          <p:cNvSpPr>
            <a:spLocks noGrp="1"/>
          </p:cNvSpPr>
          <p:nvPr/>
        </p:nvSpPr>
        <p:spPr>
          <a:xfrm>
            <a:off x="10184134" y="9550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funded">
            <a:extLst>
              <a:ext uri="{FF2B5EF4-FFF2-40B4-BE49-F238E27FC236}">
                <a16:creationId xmlns:a16="http://schemas.microsoft.com/office/drawing/2014/main" id="{7EAFAA80-8F3C-4570-A907-54674C5E900E}"/>
              </a:ext>
            </a:extLst>
          </p:cNvPr>
          <p:cNvSpPr>
            <a:spLocks noGrp="1"/>
          </p:cNvSpPr>
          <p:nvPr/>
        </p:nvSpPr>
        <p:spPr>
          <a:xfrm>
            <a:off x="10211756" y="9749790"/>
            <a:ext cx="50292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9307B0BF-4548-4DE0-A40F-7FE78B018A44}"/>
              </a:ext>
            </a:extLst>
          </p:cNvPr>
          <p:cNvSpPr>
            <a:spLocks noGrp="1"/>
          </p:cNvSpPr>
          <p:nvPr/>
        </p:nvSpPr>
        <p:spPr>
          <a:xfrm>
            <a:off x="10282621" y="930593"/>
            <a:ext cx="95" cy="914400"/>
          </a:xfrm>
          <a:custGeom>
            <a:avLst/>
            <a:gdLst/>
            <a:ahLst/>
            <a:cxnLst/>
            <a:rect l="0" t="0" r="0" b="0"/>
            <a:pathLst>
              <a:path w="95" h="914400">
                <a:moveTo>
                  <a:pt x="0" y="914400"/>
                </a:moveTo>
                <a:lnTo>
                  <a:pt x="0" y="912813"/>
                </a:lnTo>
                <a:lnTo>
                  <a:pt x="0" y="908050"/>
                </a:lnTo>
                <a:lnTo>
                  <a:pt x="0" y="900112"/>
                </a:lnTo>
                <a:lnTo>
                  <a:pt x="0" y="889000"/>
                </a:lnTo>
                <a:lnTo>
                  <a:pt x="0" y="874712"/>
                </a:lnTo>
                <a:lnTo>
                  <a:pt x="0" y="857250"/>
                </a:lnTo>
                <a:lnTo>
                  <a:pt x="0" y="836612"/>
                </a:lnTo>
                <a:lnTo>
                  <a:pt x="0" y="812800"/>
                </a:lnTo>
                <a:lnTo>
                  <a:pt x="0" y="785812"/>
                </a:lnTo>
                <a:lnTo>
                  <a:pt x="0" y="755650"/>
                </a:lnTo>
                <a:lnTo>
                  <a:pt x="0" y="722313"/>
                </a:lnTo>
                <a:lnTo>
                  <a:pt x="0" y="685800"/>
                </a:lnTo>
                <a:lnTo>
                  <a:pt x="0" y="646113"/>
                </a:lnTo>
                <a:lnTo>
                  <a:pt x="0" y="603250"/>
                </a:lnTo>
                <a:lnTo>
                  <a:pt x="0" y="557213"/>
                </a:lnTo>
                <a:lnTo>
                  <a:pt x="0" y="508000"/>
                </a:lnTo>
                <a:lnTo>
                  <a:pt x="0" y="455612"/>
                </a:lnTo>
                <a:lnTo>
                  <a:pt x="0" y="400050"/>
                </a:lnTo>
                <a:lnTo>
                  <a:pt x="0" y="341312"/>
                </a:lnTo>
                <a:lnTo>
                  <a:pt x="0" y="279400"/>
                </a:lnTo>
                <a:lnTo>
                  <a:pt x="0" y="214312"/>
                </a:lnTo>
                <a:lnTo>
                  <a:pt x="0" y="146050"/>
                </a:lnTo>
                <a:lnTo>
                  <a:pt x="0" y="7461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1E8FEF-B8EF-4052-9E1A-A7DAADE1244C}"/>
              </a:ext>
            </a:extLst>
          </p:cNvPr>
          <p:cNvSpPr>
            <a:spLocks noGrp="1"/>
          </p:cNvSpPr>
          <p:nvPr/>
        </p:nvSpPr>
        <p:spPr>
          <a:xfrm>
            <a:off x="10092121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equipment">
            <a:extLst>
              <a:ext uri="{FF2B5EF4-FFF2-40B4-BE49-F238E27FC236}">
                <a16:creationId xmlns:a16="http://schemas.microsoft.com/office/drawing/2014/main" id="{704B4210-790A-4E9C-8265-1FAEC8584683}"/>
              </a:ext>
            </a:extLst>
          </p:cNvPr>
          <p:cNvSpPr>
            <a:spLocks noGrp="1"/>
          </p:cNvSpPr>
          <p:nvPr/>
        </p:nvSpPr>
        <p:spPr>
          <a:xfrm>
            <a:off x="10109839" y="1832612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89" name="model">
            <a:extLst>
              <a:ext uri="{FF2B5EF4-FFF2-40B4-BE49-F238E27FC236}">
                <a16:creationId xmlns:a16="http://schemas.microsoft.com/office/drawing/2014/main" id="{3E3C9897-393E-45A4-A616-87DE0186D462}"/>
              </a:ext>
            </a:extLst>
          </p:cNvPr>
          <p:cNvSpPr>
            <a:spLocks noGrp="1"/>
          </p:cNvSpPr>
          <p:nvPr/>
        </p:nvSpPr>
        <p:spPr>
          <a:xfrm>
            <a:off x="10258432" y="1969771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5B234ACF-3E19-43ED-A08B-DD031F868C24}"/>
              </a:ext>
            </a:extLst>
          </p:cNvPr>
          <p:cNvSpPr>
            <a:spLocks noGrp="1"/>
          </p:cNvSpPr>
          <p:nvPr/>
        </p:nvSpPr>
        <p:spPr>
          <a:xfrm>
            <a:off x="10473122" y="2130746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65BE7F15-52EF-4CC8-883D-DDF910D59440}"/>
              </a:ext>
            </a:extLst>
          </p:cNvPr>
          <p:cNvSpPr>
            <a:spLocks noGrp="1"/>
          </p:cNvSpPr>
          <p:nvPr/>
        </p:nvSpPr>
        <p:spPr>
          <a:xfrm>
            <a:off x="10187372" y="22736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orrespond">
            <a:extLst>
              <a:ext uri="{FF2B5EF4-FFF2-40B4-BE49-F238E27FC236}">
                <a16:creationId xmlns:a16="http://schemas.microsoft.com/office/drawing/2014/main" id="{4CF1FE46-C2B2-4A5F-B562-17A65FCE9084}"/>
              </a:ext>
            </a:extLst>
          </p:cNvPr>
          <p:cNvSpPr>
            <a:spLocks noGrp="1"/>
          </p:cNvSpPr>
          <p:nvPr/>
        </p:nvSpPr>
        <p:spPr>
          <a:xfrm>
            <a:off x="10103647" y="2479363"/>
            <a:ext cx="73818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correspond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BF3FE430-0D17-4292-88B5-A80FE004744C}"/>
              </a:ext>
            </a:extLst>
          </p:cNvPr>
          <p:cNvSpPr>
            <a:spLocks noGrp="1"/>
          </p:cNvSpPr>
          <p:nvPr/>
        </p:nvSpPr>
        <p:spPr>
          <a:xfrm>
            <a:off x="12667112" y="1987871"/>
            <a:ext cx="1425511" cy="95"/>
          </a:xfrm>
          <a:custGeom>
            <a:avLst/>
            <a:gdLst/>
            <a:ahLst/>
            <a:cxnLst/>
            <a:rect l="0" t="0" r="0" b="0"/>
            <a:pathLst>
              <a:path w="1425511" h="95">
                <a:moveTo>
                  <a:pt x="142551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197A650-9590-4760-946D-23914EC6839B}"/>
              </a:ext>
            </a:extLst>
          </p:cNvPr>
          <p:cNvSpPr>
            <a:spLocks noGrp="1"/>
          </p:cNvSpPr>
          <p:nvPr/>
        </p:nvSpPr>
        <p:spPr>
          <a:xfrm>
            <a:off x="14092622" y="18449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certification">
            <a:extLst>
              <a:ext uri="{FF2B5EF4-FFF2-40B4-BE49-F238E27FC236}">
                <a16:creationId xmlns:a16="http://schemas.microsoft.com/office/drawing/2014/main" id="{1375F1ED-37C3-4E19-BAE8-09EB866119E5}"/>
              </a:ext>
            </a:extLst>
          </p:cNvPr>
          <p:cNvSpPr>
            <a:spLocks noGrp="1"/>
          </p:cNvSpPr>
          <p:nvPr/>
        </p:nvSpPr>
        <p:spPr>
          <a:xfrm>
            <a:off x="13961748" y="1901192"/>
            <a:ext cx="102298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certification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184E404D-DFBF-4C1B-9891-9D29EB73D38D}"/>
              </a:ext>
            </a:extLst>
          </p:cNvPr>
          <p:cNvSpPr>
            <a:spLocks noGrp="1"/>
          </p:cNvSpPr>
          <p:nvPr/>
        </p:nvSpPr>
        <p:spPr>
          <a:xfrm>
            <a:off x="14473622" y="2130743"/>
            <a:ext cx="95" cy="361950"/>
          </a:xfrm>
          <a:custGeom>
            <a:avLst/>
            <a:gdLst/>
            <a:ahLst/>
            <a:cxnLst/>
            <a:rect l="0" t="0" r="0" b="0"/>
            <a:pathLst>
              <a:path w="9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5108ADC2-113A-4694-99FB-211FE6ADA792}"/>
              </a:ext>
            </a:extLst>
          </p:cNvPr>
          <p:cNvSpPr>
            <a:spLocks noGrp="1"/>
          </p:cNvSpPr>
          <p:nvPr/>
        </p:nvSpPr>
        <p:spPr>
          <a:xfrm>
            <a:off x="14187872" y="2492696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holds">
            <a:extLst>
              <a:ext uri="{FF2B5EF4-FFF2-40B4-BE49-F238E27FC236}">
                <a16:creationId xmlns:a16="http://schemas.microsoft.com/office/drawing/2014/main" id="{5F10A705-2098-43CB-86D4-136E8FBD7A87}"/>
              </a:ext>
            </a:extLst>
          </p:cNvPr>
          <p:cNvSpPr>
            <a:spLocks noGrp="1"/>
          </p:cNvSpPr>
          <p:nvPr/>
        </p:nvSpPr>
        <p:spPr>
          <a:xfrm>
            <a:off x="14258933" y="269176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holds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AFDBAEB1-3AE6-4449-BB0D-F3E2E23B2B09}"/>
              </a:ext>
            </a:extLst>
          </p:cNvPr>
          <p:cNvSpPr>
            <a:spLocks noGrp="1"/>
          </p:cNvSpPr>
          <p:nvPr/>
        </p:nvSpPr>
        <p:spPr>
          <a:xfrm>
            <a:off x="10854121" y="3207071"/>
            <a:ext cx="2892076" cy="95"/>
          </a:xfrm>
          <a:custGeom>
            <a:avLst/>
            <a:gdLst/>
            <a:ahLst/>
            <a:cxnLst/>
            <a:rect l="0" t="0" r="0" b="0"/>
            <a:pathLst>
              <a:path w="2892076" h="95">
                <a:moveTo>
                  <a:pt x="2892076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16B46CA-B962-47A6-830F-55FC611C5BBB}"/>
              </a:ext>
            </a:extLst>
          </p:cNvPr>
          <p:cNvSpPr>
            <a:spLocks noGrp="1"/>
          </p:cNvSpPr>
          <p:nvPr/>
        </p:nvSpPr>
        <p:spPr>
          <a:xfrm>
            <a:off x="13729529" y="317373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C005E657-6CF2-49E0-8601-E95179A36E85}"/>
              </a:ext>
            </a:extLst>
          </p:cNvPr>
          <p:cNvSpPr>
            <a:spLocks noGrp="1"/>
          </p:cNvSpPr>
          <p:nvPr/>
        </p:nvSpPr>
        <p:spPr>
          <a:xfrm>
            <a:off x="1380687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uses">
            <a:extLst>
              <a:ext uri="{FF2B5EF4-FFF2-40B4-BE49-F238E27FC236}">
                <a16:creationId xmlns:a16="http://schemas.microsoft.com/office/drawing/2014/main" id="{0F75F457-078D-46DC-B070-E049B1713AB6}"/>
              </a:ext>
            </a:extLst>
          </p:cNvPr>
          <p:cNvSpPr>
            <a:spLocks noGrp="1"/>
          </p:cNvSpPr>
          <p:nvPr/>
        </p:nvSpPr>
        <p:spPr>
          <a:xfrm>
            <a:off x="13915073" y="3120392"/>
            <a:ext cx="35433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D93CA5CB-8684-4AF7-A0A9-F705DEA0A9E1}"/>
              </a:ext>
            </a:extLst>
          </p:cNvPr>
          <p:cNvSpPr>
            <a:spLocks noGrp="1"/>
          </p:cNvSpPr>
          <p:nvPr/>
        </p:nvSpPr>
        <p:spPr>
          <a:xfrm>
            <a:off x="10854121" y="1987871"/>
            <a:ext cx="1145286" cy="95"/>
          </a:xfrm>
          <a:custGeom>
            <a:avLst/>
            <a:gdLst/>
            <a:ahLst/>
            <a:cxnLst/>
            <a:rect l="0" t="0" r="0" b="0"/>
            <a:pathLst>
              <a:path w="1145286" h="95">
                <a:moveTo>
                  <a:pt x="1145286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886E684-F1E0-4241-93E3-3C6DC39A204B}"/>
              </a:ext>
            </a:extLst>
          </p:cNvPr>
          <p:cNvSpPr>
            <a:spLocks noGrp="1"/>
          </p:cNvSpPr>
          <p:nvPr/>
        </p:nvSpPr>
        <p:spPr>
          <a:xfrm>
            <a:off x="11977979" y="194501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D657F533-B5E9-4F5A-AD81-43CE8D08C83A}"/>
              </a:ext>
            </a:extLst>
          </p:cNvPr>
          <p:cNvSpPr>
            <a:spLocks noGrp="1"/>
          </p:cNvSpPr>
          <p:nvPr/>
        </p:nvSpPr>
        <p:spPr>
          <a:xfrm>
            <a:off x="12095611" y="17021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quires">
            <a:extLst>
              <a:ext uri="{FF2B5EF4-FFF2-40B4-BE49-F238E27FC236}">
                <a16:creationId xmlns:a16="http://schemas.microsoft.com/office/drawing/2014/main" id="{6A157C8E-03F2-4C60-AC38-1643E5F9BCCE}"/>
              </a:ext>
            </a:extLst>
          </p:cNvPr>
          <p:cNvSpPr>
            <a:spLocks noGrp="1"/>
          </p:cNvSpPr>
          <p:nvPr/>
        </p:nvSpPr>
        <p:spPr>
          <a:xfrm>
            <a:off x="12051984" y="19011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requires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3417467-EBDF-4014-9D4C-96F5A74D4C76}"/>
              </a:ext>
            </a:extLst>
          </p:cNvPr>
          <p:cNvSpPr>
            <a:spLocks noGrp="1"/>
          </p:cNvSpPr>
          <p:nvPr/>
        </p:nvSpPr>
        <p:spPr>
          <a:xfrm>
            <a:off x="8660134" y="7874322"/>
            <a:ext cx="94298" cy="95"/>
          </a:xfrm>
          <a:custGeom>
            <a:avLst/>
            <a:gdLst/>
            <a:ahLst/>
            <a:cxnLst/>
            <a:rect l="0" t="0" r="0" b="0"/>
            <a:pathLst>
              <a:path w="94298" h="95">
                <a:moveTo>
                  <a:pt x="0" y="0"/>
                </a:moveTo>
                <a:lnTo>
                  <a:pt x="94298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A8DEA43D-95DD-4203-B9AE-11555BE9A90E}"/>
              </a:ext>
            </a:extLst>
          </p:cNvPr>
          <p:cNvSpPr>
            <a:spLocks noGrp="1"/>
          </p:cNvSpPr>
          <p:nvPr/>
        </p:nvSpPr>
        <p:spPr>
          <a:xfrm>
            <a:off x="8733003" y="7831461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6A1EF1B4-FDE1-42F7-92A2-E363728148B4}"/>
              </a:ext>
            </a:extLst>
          </p:cNvPr>
          <p:cNvSpPr>
            <a:spLocks noGrp="1"/>
          </p:cNvSpPr>
          <p:nvPr/>
        </p:nvSpPr>
        <p:spPr>
          <a:xfrm>
            <a:off x="8088634" y="8017199"/>
            <a:ext cx="701326" cy="1057275"/>
          </a:xfrm>
          <a:custGeom>
            <a:avLst/>
            <a:gdLst/>
            <a:ahLst/>
            <a:cxnLst/>
            <a:rect l="0" t="0" r="0" b="0"/>
            <a:pathLst>
              <a:path w="701326" h="1057275">
                <a:moveTo>
                  <a:pt x="0" y="0"/>
                </a:moveTo>
                <a:lnTo>
                  <a:pt x="0" y="1057275"/>
                </a:lnTo>
                <a:lnTo>
                  <a:pt x="701326" y="1057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6A320765-B9A8-4486-80F3-317411B2490E}"/>
              </a:ext>
            </a:extLst>
          </p:cNvPr>
          <p:cNvSpPr>
            <a:spLocks noGrp="1"/>
          </p:cNvSpPr>
          <p:nvPr/>
        </p:nvSpPr>
        <p:spPr>
          <a:xfrm>
            <a:off x="8773292" y="9041134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66675"/>
                </a:lnTo>
                <a:lnTo>
                  <a:pt x="16669" y="333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F6AFFAB-6341-4B30-9E32-0E15B94F1BED}"/>
              </a:ext>
            </a:extLst>
          </p:cNvPr>
          <p:cNvSpPr>
            <a:spLocks noGrp="1"/>
          </p:cNvSpPr>
          <p:nvPr/>
        </p:nvSpPr>
        <p:spPr>
          <a:xfrm>
            <a:off x="6755132" y="7159949"/>
            <a:ext cx="1143000" cy="714375"/>
          </a:xfrm>
          <a:custGeom>
            <a:avLst/>
            <a:gdLst/>
            <a:ahLst/>
            <a:cxnLst/>
            <a:rect l="0" t="0" r="0" b="0"/>
            <a:pathLst>
              <a:path w="1143000" h="714375">
                <a:moveTo>
                  <a:pt x="1143000" y="714375"/>
                </a:moveTo>
                <a:lnTo>
                  <a:pt x="0" y="71437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D33585E-D7EA-4902-86A3-22E5CD643D54}"/>
              </a:ext>
            </a:extLst>
          </p:cNvPr>
          <p:cNvSpPr>
            <a:spLocks noGrp="1"/>
          </p:cNvSpPr>
          <p:nvPr/>
        </p:nvSpPr>
        <p:spPr>
          <a:xfrm>
            <a:off x="7898134" y="7731446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reservation">
            <a:extLst>
              <a:ext uri="{FF2B5EF4-FFF2-40B4-BE49-F238E27FC236}">
                <a16:creationId xmlns:a16="http://schemas.microsoft.com/office/drawing/2014/main" id="{73CE3A94-26DF-4C22-BC21-D9A76A3D59FA}"/>
              </a:ext>
            </a:extLst>
          </p:cNvPr>
          <p:cNvSpPr>
            <a:spLocks noGrp="1"/>
          </p:cNvSpPr>
          <p:nvPr/>
        </p:nvSpPr>
        <p:spPr>
          <a:xfrm>
            <a:off x="7835272" y="7787640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reservation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EAAE06F6-F191-45AF-B67D-CC089F97036D}"/>
              </a:ext>
            </a:extLst>
          </p:cNvPr>
          <p:cNvSpPr>
            <a:spLocks noGrp="1"/>
          </p:cNvSpPr>
          <p:nvPr/>
        </p:nvSpPr>
        <p:spPr>
          <a:xfrm>
            <a:off x="9422131" y="7874322"/>
            <a:ext cx="666750" cy="95"/>
          </a:xfrm>
          <a:custGeom>
            <a:avLst/>
            <a:gdLst/>
            <a:ahLst/>
            <a:cxnLst/>
            <a:rect l="0" t="0" r="0" b="0"/>
            <a:pathLst>
              <a:path w="666750" h="9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45397521-5092-421A-B0F4-9A7BAF073D0F}"/>
              </a:ext>
            </a:extLst>
          </p:cNvPr>
          <p:cNvSpPr>
            <a:spLocks noGrp="1"/>
          </p:cNvSpPr>
          <p:nvPr/>
        </p:nvSpPr>
        <p:spPr>
          <a:xfrm>
            <a:off x="8850634" y="758857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booked for">
            <a:extLst>
              <a:ext uri="{FF2B5EF4-FFF2-40B4-BE49-F238E27FC236}">
                <a16:creationId xmlns:a16="http://schemas.microsoft.com/office/drawing/2014/main" id="{B94C8071-B56A-4EBD-85F8-EB2D51205367}"/>
              </a:ext>
            </a:extLst>
          </p:cNvPr>
          <p:cNvSpPr>
            <a:spLocks noGrp="1"/>
          </p:cNvSpPr>
          <p:nvPr/>
        </p:nvSpPr>
        <p:spPr>
          <a:xfrm>
            <a:off x="8822539" y="7807647"/>
            <a:ext cx="614363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booked for</a:t>
            </a: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3110DE8E-B8CA-473B-8342-01110EA25F34}"/>
              </a:ext>
            </a:extLst>
          </p:cNvPr>
          <p:cNvSpPr>
            <a:spLocks noGrp="1"/>
          </p:cNvSpPr>
          <p:nvPr/>
        </p:nvSpPr>
        <p:spPr>
          <a:xfrm>
            <a:off x="8469631" y="8017196"/>
            <a:ext cx="284798" cy="457200"/>
          </a:xfrm>
          <a:custGeom>
            <a:avLst/>
            <a:gdLst/>
            <a:ahLst/>
            <a:cxnLst/>
            <a:rect l="0" t="0" r="0" b="0"/>
            <a:pathLst>
              <a:path w="284798" h="457200">
                <a:moveTo>
                  <a:pt x="284798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2B40EFCF-3F58-4562-A4CD-C187FC0A0EFD}"/>
              </a:ext>
            </a:extLst>
          </p:cNvPr>
          <p:cNvSpPr>
            <a:spLocks noGrp="1"/>
          </p:cNvSpPr>
          <p:nvPr/>
        </p:nvSpPr>
        <p:spPr>
          <a:xfrm>
            <a:off x="8733003" y="843153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21431" y="428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81CFC43F-F714-4E8C-92A6-42E78A31A278}"/>
              </a:ext>
            </a:extLst>
          </p:cNvPr>
          <p:cNvSpPr>
            <a:spLocks noGrp="1"/>
          </p:cNvSpPr>
          <p:nvPr/>
        </p:nvSpPr>
        <p:spPr>
          <a:xfrm>
            <a:off x="8850634" y="818864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makes">
            <a:extLst>
              <a:ext uri="{FF2B5EF4-FFF2-40B4-BE49-F238E27FC236}">
                <a16:creationId xmlns:a16="http://schemas.microsoft.com/office/drawing/2014/main" id="{DA4853F0-7723-4571-A5EC-F050ABB89034}"/>
              </a:ext>
            </a:extLst>
          </p:cNvPr>
          <p:cNvSpPr>
            <a:spLocks noGrp="1"/>
          </p:cNvSpPr>
          <p:nvPr/>
        </p:nvSpPr>
        <p:spPr>
          <a:xfrm>
            <a:off x="8915408" y="8387716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makes</a:t>
            </a: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6D1D1E39-5B79-4089-97F2-5850715B0707}"/>
              </a:ext>
            </a:extLst>
          </p:cNvPr>
          <p:cNvSpPr>
            <a:spLocks noGrp="1"/>
          </p:cNvSpPr>
          <p:nvPr/>
        </p:nvSpPr>
        <p:spPr>
          <a:xfrm>
            <a:off x="9901619" y="3207071"/>
            <a:ext cx="19050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DDF32FDD-E09C-494B-91F2-F6B77DDDC3A3}"/>
              </a:ext>
            </a:extLst>
          </p:cNvPr>
          <p:cNvSpPr>
            <a:spLocks noGrp="1"/>
          </p:cNvSpPr>
          <p:nvPr/>
        </p:nvSpPr>
        <p:spPr>
          <a:xfrm>
            <a:off x="8279131" y="3492824"/>
            <a:ext cx="1336738" cy="4238625"/>
          </a:xfrm>
          <a:custGeom>
            <a:avLst/>
            <a:gdLst/>
            <a:ahLst/>
            <a:cxnLst/>
            <a:rect l="0" t="0" r="0" b="0"/>
            <a:pathLst>
              <a:path w="1336738" h="4238625">
                <a:moveTo>
                  <a:pt x="1336738" y="0"/>
                </a:moveTo>
                <a:lnTo>
                  <a:pt x="1335881" y="4010025"/>
                </a:lnTo>
                <a:lnTo>
                  <a:pt x="0" y="4010025"/>
                </a:lnTo>
                <a:lnTo>
                  <a:pt x="0" y="4238625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B489E76E-315F-44B0-9C94-26A8E8F5DB48}"/>
              </a:ext>
            </a:extLst>
          </p:cNvPr>
          <p:cNvSpPr>
            <a:spLocks noGrp="1"/>
          </p:cNvSpPr>
          <p:nvPr/>
        </p:nvSpPr>
        <p:spPr>
          <a:xfrm>
            <a:off x="9330123" y="2921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reserves">
            <a:extLst>
              <a:ext uri="{FF2B5EF4-FFF2-40B4-BE49-F238E27FC236}">
                <a16:creationId xmlns:a16="http://schemas.microsoft.com/office/drawing/2014/main" id="{E6B938A8-0824-4C1A-A6AB-ACF7EB247827}"/>
              </a:ext>
            </a:extLst>
          </p:cNvPr>
          <p:cNvSpPr>
            <a:spLocks noGrp="1"/>
          </p:cNvSpPr>
          <p:nvPr/>
        </p:nvSpPr>
        <p:spPr>
          <a:xfrm>
            <a:off x="9289734" y="312039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reserves</a:t>
            </a: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4CA7BD6E-6093-4CFE-9064-7A206B402775}"/>
              </a:ext>
            </a:extLst>
          </p:cNvPr>
          <p:cNvSpPr>
            <a:spLocks noGrp="1"/>
          </p:cNvSpPr>
          <p:nvPr/>
        </p:nvSpPr>
        <p:spPr>
          <a:xfrm>
            <a:off x="8850634" y="87887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approves">
            <a:extLst>
              <a:ext uri="{FF2B5EF4-FFF2-40B4-BE49-F238E27FC236}">
                <a16:creationId xmlns:a16="http://schemas.microsoft.com/office/drawing/2014/main" id="{8F2F260B-40E5-4847-A666-5787405D8F06}"/>
              </a:ext>
            </a:extLst>
          </p:cNvPr>
          <p:cNvSpPr>
            <a:spLocks noGrp="1"/>
          </p:cNvSpPr>
          <p:nvPr/>
        </p:nvSpPr>
        <p:spPr>
          <a:xfrm>
            <a:off x="8803959" y="898779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8402C72-CF0E-4B85-BCBB-1AF88F3D3968}"/>
              </a:ext>
            </a:extLst>
          </p:cNvPr>
          <p:cNvSpPr>
            <a:spLocks noGrp="1"/>
          </p:cNvSpPr>
          <p:nvPr/>
        </p:nvSpPr>
        <p:spPr>
          <a:xfrm>
            <a:off x="17899381" y="930593"/>
            <a:ext cx="762000" cy="2857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maintenance">
            <a:extLst>
              <a:ext uri="{FF2B5EF4-FFF2-40B4-BE49-F238E27FC236}">
                <a16:creationId xmlns:a16="http://schemas.microsoft.com/office/drawing/2014/main" id="{B59888F6-73C5-4FD3-AB4E-1256D3A90796}"/>
              </a:ext>
            </a:extLst>
          </p:cNvPr>
          <p:cNvSpPr>
            <a:spLocks noGrp="1"/>
          </p:cNvSpPr>
          <p:nvPr/>
        </p:nvSpPr>
        <p:spPr>
          <a:xfrm>
            <a:off x="17836518" y="927175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29" name="operations">
            <a:extLst>
              <a:ext uri="{FF2B5EF4-FFF2-40B4-BE49-F238E27FC236}">
                <a16:creationId xmlns:a16="http://schemas.microsoft.com/office/drawing/2014/main" id="{A2809E18-31AD-43F3-ACD1-C1D7F609AA53}"/>
              </a:ext>
            </a:extLst>
          </p:cNvPr>
          <p:cNvSpPr>
            <a:spLocks noGrp="1"/>
          </p:cNvSpPr>
          <p:nvPr/>
        </p:nvSpPr>
        <p:spPr>
          <a:xfrm>
            <a:off x="17873663" y="1055370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D7D1030-7A3B-43E6-AA39-5AFCE7432C9C}"/>
              </a:ext>
            </a:extLst>
          </p:cNvPr>
          <p:cNvSpPr>
            <a:spLocks noGrp="1"/>
          </p:cNvSpPr>
          <p:nvPr/>
        </p:nvSpPr>
        <p:spPr>
          <a:xfrm>
            <a:off x="11723371" y="1073469"/>
            <a:ext cx="6176010" cy="95"/>
          </a:xfrm>
          <a:custGeom>
            <a:avLst/>
            <a:gdLst/>
            <a:ahLst/>
            <a:cxnLst/>
            <a:rect l="0" t="0" r="0" b="0"/>
            <a:pathLst>
              <a:path w="6176010" h="95">
                <a:moveTo>
                  <a:pt x="0" y="0"/>
                </a:moveTo>
                <a:lnTo>
                  <a:pt x="10722" y="0"/>
                </a:lnTo>
                <a:lnTo>
                  <a:pt x="42889" y="0"/>
                </a:lnTo>
                <a:lnTo>
                  <a:pt x="96500" y="0"/>
                </a:lnTo>
                <a:lnTo>
                  <a:pt x="171556" y="0"/>
                </a:lnTo>
                <a:lnTo>
                  <a:pt x="268056" y="0"/>
                </a:lnTo>
                <a:lnTo>
                  <a:pt x="386001" y="0"/>
                </a:lnTo>
                <a:lnTo>
                  <a:pt x="525390" y="0"/>
                </a:lnTo>
                <a:lnTo>
                  <a:pt x="686223" y="0"/>
                </a:lnTo>
                <a:lnTo>
                  <a:pt x="868501" y="0"/>
                </a:lnTo>
                <a:lnTo>
                  <a:pt x="1072224" y="0"/>
                </a:lnTo>
                <a:lnTo>
                  <a:pt x="1297391" y="0"/>
                </a:lnTo>
                <a:lnTo>
                  <a:pt x="1544002" y="0"/>
                </a:lnTo>
                <a:lnTo>
                  <a:pt x="1812058" y="0"/>
                </a:lnTo>
                <a:lnTo>
                  <a:pt x="2101559" y="0"/>
                </a:lnTo>
                <a:lnTo>
                  <a:pt x="2412504" y="0"/>
                </a:lnTo>
                <a:lnTo>
                  <a:pt x="2744893" y="0"/>
                </a:lnTo>
                <a:lnTo>
                  <a:pt x="3098727" y="0"/>
                </a:lnTo>
                <a:lnTo>
                  <a:pt x="3474006" y="0"/>
                </a:lnTo>
                <a:lnTo>
                  <a:pt x="3870728" y="0"/>
                </a:lnTo>
                <a:lnTo>
                  <a:pt x="4288896" y="0"/>
                </a:lnTo>
                <a:lnTo>
                  <a:pt x="4728508" y="0"/>
                </a:lnTo>
                <a:lnTo>
                  <a:pt x="5189564" y="0"/>
                </a:lnTo>
                <a:lnTo>
                  <a:pt x="5672065" y="0"/>
                </a:lnTo>
                <a:lnTo>
                  <a:pt x="617601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038E7FFC-5ACD-4F25-8D54-9A384EDCB0EF}"/>
              </a:ext>
            </a:extLst>
          </p:cNvPr>
          <p:cNvSpPr>
            <a:spLocks noGrp="1"/>
          </p:cNvSpPr>
          <p:nvPr/>
        </p:nvSpPr>
        <p:spPr>
          <a:xfrm>
            <a:off x="11644791" y="1021082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A50E61B8-CCEC-41E9-852F-CD81FB7925BF}"/>
              </a:ext>
            </a:extLst>
          </p:cNvPr>
          <p:cNvSpPr>
            <a:spLocks noGrp="1"/>
          </p:cNvSpPr>
          <p:nvPr/>
        </p:nvSpPr>
        <p:spPr>
          <a:xfrm>
            <a:off x="10853265" y="1359221"/>
            <a:ext cx="473869" cy="1704975"/>
          </a:xfrm>
          <a:custGeom>
            <a:avLst/>
            <a:gdLst/>
            <a:ahLst/>
            <a:cxnLst/>
            <a:rect l="0" t="0" r="0" b="0"/>
            <a:pathLst>
              <a:path w="473869" h="1704975">
                <a:moveTo>
                  <a:pt x="473869" y="0"/>
                </a:moveTo>
                <a:lnTo>
                  <a:pt x="473869" y="852487"/>
                </a:lnTo>
                <a:lnTo>
                  <a:pt x="0" y="852487"/>
                </a:lnTo>
                <a:lnTo>
                  <a:pt x="857" y="17049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91C8548F-52BE-4741-911A-9AB504D9B042}"/>
              </a:ext>
            </a:extLst>
          </p:cNvPr>
          <p:cNvSpPr>
            <a:spLocks noGrp="1"/>
          </p:cNvSpPr>
          <p:nvPr/>
        </p:nvSpPr>
        <p:spPr>
          <a:xfrm>
            <a:off x="11041381" y="787718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has">
            <a:extLst>
              <a:ext uri="{FF2B5EF4-FFF2-40B4-BE49-F238E27FC236}">
                <a16:creationId xmlns:a16="http://schemas.microsoft.com/office/drawing/2014/main" id="{3A08F3A5-B234-4013-89C6-E05893FF5AD1}"/>
              </a:ext>
            </a:extLst>
          </p:cNvPr>
          <p:cNvSpPr>
            <a:spLocks noGrp="1"/>
          </p:cNvSpPr>
          <p:nvPr/>
        </p:nvSpPr>
        <p:spPr>
          <a:xfrm>
            <a:off x="11180448" y="986790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0C57554-EB33-4074-BD74-FA75B4A9EC6B}"/>
              </a:ext>
            </a:extLst>
          </p:cNvPr>
          <p:cNvSpPr>
            <a:spLocks noGrp="1"/>
          </p:cNvSpPr>
          <p:nvPr/>
        </p:nvSpPr>
        <p:spPr>
          <a:xfrm>
            <a:off x="15708634" y="11789099"/>
            <a:ext cx="664369" cy="542925"/>
          </a:xfrm>
          <a:custGeom>
            <a:avLst/>
            <a:gdLst/>
            <a:ahLst/>
            <a:cxnLst/>
            <a:rect l="0" t="0" r="0" b="0"/>
            <a:pathLst>
              <a:path w="664369" h="542925">
                <a:moveTo>
                  <a:pt x="663511" y="0"/>
                </a:moveTo>
                <a:lnTo>
                  <a:pt x="664369" y="271463"/>
                </a:lnTo>
                <a:lnTo>
                  <a:pt x="0" y="271463"/>
                </a:lnTo>
                <a:lnTo>
                  <a:pt x="0" y="54292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71B5E1D6-D749-4A97-BAD2-57CB934BB6FA}"/>
              </a:ext>
            </a:extLst>
          </p:cNvPr>
          <p:cNvSpPr>
            <a:spLocks noGrp="1"/>
          </p:cNvSpPr>
          <p:nvPr/>
        </p:nvSpPr>
        <p:spPr>
          <a:xfrm>
            <a:off x="16753146" y="11789094"/>
            <a:ext cx="1336739" cy="1143000"/>
          </a:xfrm>
          <a:custGeom>
            <a:avLst/>
            <a:gdLst/>
            <a:ahLst/>
            <a:cxnLst/>
            <a:rect l="0" t="0" r="0" b="0"/>
            <a:pathLst>
              <a:path w="1336739" h="1143000">
                <a:moveTo>
                  <a:pt x="0" y="0"/>
                </a:moveTo>
                <a:lnTo>
                  <a:pt x="857" y="571500"/>
                </a:lnTo>
                <a:lnTo>
                  <a:pt x="1336739" y="571500"/>
                </a:lnTo>
                <a:lnTo>
                  <a:pt x="1336739" y="11430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3D04F7AC-7A00-4723-97B9-B6C9EBF136EF}"/>
              </a:ext>
            </a:extLst>
          </p:cNvPr>
          <p:cNvSpPr>
            <a:spLocks noGrp="1"/>
          </p:cNvSpPr>
          <p:nvPr/>
        </p:nvSpPr>
        <p:spPr>
          <a:xfrm>
            <a:off x="16181646" y="11208072"/>
            <a:ext cx="762000" cy="571500"/>
          </a:xfrm>
          <a:custGeom>
            <a:avLst/>
            <a:gdLst/>
            <a:ahLst/>
            <a:cxnLst/>
            <a:rect l="0" t="0" r="0" b="0"/>
            <a:pathLst>
              <a:path w="762000" h="571500">
                <a:moveTo>
                  <a:pt x="0" y="571500"/>
                </a:moveTo>
                <a:lnTo>
                  <a:pt x="381000" y="0"/>
                </a:lnTo>
                <a:lnTo>
                  <a:pt x="762000" y="5715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ISA">
            <a:extLst>
              <a:ext uri="{FF2B5EF4-FFF2-40B4-BE49-F238E27FC236}">
                <a16:creationId xmlns:a16="http://schemas.microsoft.com/office/drawing/2014/main" id="{125F5E24-9DD0-4B34-AECD-F9BA1C9C93B6}"/>
              </a:ext>
            </a:extLst>
          </p:cNvPr>
          <p:cNvSpPr>
            <a:spLocks noGrp="1"/>
          </p:cNvSpPr>
          <p:nvPr/>
        </p:nvSpPr>
        <p:spPr>
          <a:xfrm rot="-5400000">
            <a:off x="16415959" y="11417237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877351A-641D-40A9-9FBE-B1C740948537}"/>
              </a:ext>
            </a:extLst>
          </p:cNvPr>
          <p:cNvSpPr>
            <a:spLocks noGrp="1"/>
          </p:cNvSpPr>
          <p:nvPr/>
        </p:nvSpPr>
        <p:spPr>
          <a:xfrm>
            <a:off x="15327631" y="12332019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dministrative">
            <a:extLst>
              <a:ext uri="{FF2B5EF4-FFF2-40B4-BE49-F238E27FC236}">
                <a16:creationId xmlns:a16="http://schemas.microsoft.com/office/drawing/2014/main" id="{A15D7A30-3BC2-40BD-8399-1EC83DCFBC3B}"/>
              </a:ext>
            </a:extLst>
          </p:cNvPr>
          <p:cNvSpPr>
            <a:spLocks noGrp="1"/>
          </p:cNvSpPr>
          <p:nvPr/>
        </p:nvSpPr>
        <p:spPr>
          <a:xfrm>
            <a:off x="15153324" y="12388215"/>
            <a:ext cx="109728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administrative</a:t>
            </a:r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975D2C96-63A7-418C-AB4A-18FF6D2D3182}"/>
              </a:ext>
            </a:extLst>
          </p:cNvPr>
          <p:cNvSpPr>
            <a:spLocks noGrp="1"/>
          </p:cNvSpPr>
          <p:nvPr/>
        </p:nvSpPr>
        <p:spPr>
          <a:xfrm>
            <a:off x="7802881" y="13074969"/>
            <a:ext cx="10096500" cy="95"/>
          </a:xfrm>
          <a:custGeom>
            <a:avLst/>
            <a:gdLst/>
            <a:ahLst/>
            <a:cxnLst/>
            <a:rect l="0" t="0" r="0" b="0"/>
            <a:pathLst>
              <a:path w="10096500" h="95">
                <a:moveTo>
                  <a:pt x="10096500" y="0"/>
                </a:moveTo>
                <a:lnTo>
                  <a:pt x="10078971" y="0"/>
                </a:lnTo>
                <a:lnTo>
                  <a:pt x="10026385" y="0"/>
                </a:lnTo>
                <a:lnTo>
                  <a:pt x="9938742" y="0"/>
                </a:lnTo>
                <a:lnTo>
                  <a:pt x="9816042" y="0"/>
                </a:lnTo>
                <a:lnTo>
                  <a:pt x="9658284" y="0"/>
                </a:lnTo>
                <a:lnTo>
                  <a:pt x="9465469" y="0"/>
                </a:lnTo>
                <a:lnTo>
                  <a:pt x="9237596" y="0"/>
                </a:lnTo>
                <a:lnTo>
                  <a:pt x="8974667" y="0"/>
                </a:lnTo>
                <a:lnTo>
                  <a:pt x="8676680" y="0"/>
                </a:lnTo>
                <a:lnTo>
                  <a:pt x="8343635" y="0"/>
                </a:lnTo>
                <a:lnTo>
                  <a:pt x="7975534" y="0"/>
                </a:lnTo>
                <a:lnTo>
                  <a:pt x="7572375" y="0"/>
                </a:lnTo>
                <a:lnTo>
                  <a:pt x="7134159" y="0"/>
                </a:lnTo>
                <a:lnTo>
                  <a:pt x="6660885" y="0"/>
                </a:lnTo>
                <a:lnTo>
                  <a:pt x="6152555" y="0"/>
                </a:lnTo>
                <a:lnTo>
                  <a:pt x="5609167" y="0"/>
                </a:lnTo>
                <a:lnTo>
                  <a:pt x="5030721" y="0"/>
                </a:lnTo>
                <a:lnTo>
                  <a:pt x="4417219" y="0"/>
                </a:lnTo>
                <a:lnTo>
                  <a:pt x="3768659" y="0"/>
                </a:lnTo>
                <a:lnTo>
                  <a:pt x="3085042" y="0"/>
                </a:lnTo>
                <a:lnTo>
                  <a:pt x="2366367" y="0"/>
                </a:lnTo>
                <a:lnTo>
                  <a:pt x="1612635" y="0"/>
                </a:lnTo>
                <a:lnTo>
                  <a:pt x="823846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F92A170-3852-4023-AA1E-2F32B6280E19}"/>
              </a:ext>
            </a:extLst>
          </p:cNvPr>
          <p:cNvSpPr>
            <a:spLocks noGrp="1"/>
          </p:cNvSpPr>
          <p:nvPr/>
        </p:nvSpPr>
        <p:spPr>
          <a:xfrm>
            <a:off x="17899381" y="12932093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chnical">
            <a:extLst>
              <a:ext uri="{FF2B5EF4-FFF2-40B4-BE49-F238E27FC236}">
                <a16:creationId xmlns:a16="http://schemas.microsoft.com/office/drawing/2014/main" id="{C50A8BA5-C656-4FE6-B872-0B8CF18053A0}"/>
              </a:ext>
            </a:extLst>
          </p:cNvPr>
          <p:cNvSpPr>
            <a:spLocks noGrp="1"/>
          </p:cNvSpPr>
          <p:nvPr/>
        </p:nvSpPr>
        <p:spPr>
          <a:xfrm>
            <a:off x="17910813" y="12937640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44" name="staff">
            <a:extLst>
              <a:ext uri="{FF2B5EF4-FFF2-40B4-BE49-F238E27FC236}">
                <a16:creationId xmlns:a16="http://schemas.microsoft.com/office/drawing/2014/main" id="{C863B311-6C32-45F2-9862-E4F7151E2DF4}"/>
              </a:ext>
            </a:extLst>
          </p:cNvPr>
          <p:cNvSpPr>
            <a:spLocks noGrp="1"/>
          </p:cNvSpPr>
          <p:nvPr/>
        </p:nvSpPr>
        <p:spPr>
          <a:xfrm>
            <a:off x="18059403" y="13056870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9BD70235-032D-4E9E-9BA8-EA39CEEAF862}"/>
              </a:ext>
            </a:extLst>
          </p:cNvPr>
          <p:cNvSpPr>
            <a:spLocks noGrp="1"/>
          </p:cNvSpPr>
          <p:nvPr/>
        </p:nvSpPr>
        <p:spPr>
          <a:xfrm>
            <a:off x="18280384" y="10350822"/>
            <a:ext cx="95" cy="2581275"/>
          </a:xfrm>
          <a:custGeom>
            <a:avLst/>
            <a:gdLst/>
            <a:ahLst/>
            <a:cxnLst/>
            <a:rect l="0" t="0" r="0" b="0"/>
            <a:pathLst>
              <a:path w="95" h="2581275">
                <a:moveTo>
                  <a:pt x="0" y="0"/>
                </a:moveTo>
                <a:lnTo>
                  <a:pt x="0" y="4481"/>
                </a:lnTo>
                <a:lnTo>
                  <a:pt x="0" y="17926"/>
                </a:lnTo>
                <a:lnTo>
                  <a:pt x="0" y="40332"/>
                </a:lnTo>
                <a:lnTo>
                  <a:pt x="0" y="71702"/>
                </a:lnTo>
                <a:lnTo>
                  <a:pt x="0" y="112035"/>
                </a:lnTo>
                <a:lnTo>
                  <a:pt x="0" y="161330"/>
                </a:lnTo>
                <a:lnTo>
                  <a:pt x="0" y="219588"/>
                </a:lnTo>
                <a:lnTo>
                  <a:pt x="0" y="286808"/>
                </a:lnTo>
                <a:lnTo>
                  <a:pt x="0" y="362992"/>
                </a:lnTo>
                <a:lnTo>
                  <a:pt x="0" y="448138"/>
                </a:lnTo>
                <a:lnTo>
                  <a:pt x="0" y="542247"/>
                </a:lnTo>
                <a:lnTo>
                  <a:pt x="0" y="645319"/>
                </a:lnTo>
                <a:lnTo>
                  <a:pt x="0" y="757353"/>
                </a:lnTo>
                <a:lnTo>
                  <a:pt x="0" y="878351"/>
                </a:lnTo>
                <a:lnTo>
                  <a:pt x="0" y="1008311"/>
                </a:lnTo>
                <a:lnTo>
                  <a:pt x="0" y="1147233"/>
                </a:lnTo>
                <a:lnTo>
                  <a:pt x="0" y="1295119"/>
                </a:lnTo>
                <a:lnTo>
                  <a:pt x="0" y="1451967"/>
                </a:lnTo>
                <a:lnTo>
                  <a:pt x="0" y="1617778"/>
                </a:lnTo>
                <a:lnTo>
                  <a:pt x="0" y="1792552"/>
                </a:lnTo>
                <a:lnTo>
                  <a:pt x="0" y="1976289"/>
                </a:lnTo>
                <a:lnTo>
                  <a:pt x="0" y="2168988"/>
                </a:lnTo>
                <a:lnTo>
                  <a:pt x="0" y="2370650"/>
                </a:lnTo>
                <a:lnTo>
                  <a:pt x="0" y="2581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98CB9FB0-C566-4C94-897A-2E8F88E692DA}"/>
              </a:ext>
            </a:extLst>
          </p:cNvPr>
          <p:cNvSpPr>
            <a:spLocks noGrp="1"/>
          </p:cNvSpPr>
          <p:nvPr/>
        </p:nvSpPr>
        <p:spPr>
          <a:xfrm>
            <a:off x="18280384" y="1216346"/>
            <a:ext cx="95" cy="8452485"/>
          </a:xfrm>
          <a:custGeom>
            <a:avLst/>
            <a:gdLst/>
            <a:ahLst/>
            <a:cxnLst/>
            <a:rect l="0" t="0" r="0" b="0"/>
            <a:pathLst>
              <a:path w="95" h="8452485">
                <a:moveTo>
                  <a:pt x="0" y="845248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90BFB224-2336-4806-B833-36B25B4F2F36}"/>
              </a:ext>
            </a:extLst>
          </p:cNvPr>
          <p:cNvSpPr>
            <a:spLocks noGrp="1"/>
          </p:cNvSpPr>
          <p:nvPr/>
        </p:nvSpPr>
        <p:spPr>
          <a:xfrm>
            <a:off x="18227996" y="964263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04265016-F56E-4BAA-9B3B-6AA31CABEC75}"/>
              </a:ext>
            </a:extLst>
          </p:cNvPr>
          <p:cNvSpPr>
            <a:spLocks noGrp="1"/>
          </p:cNvSpPr>
          <p:nvPr/>
        </p:nvSpPr>
        <p:spPr>
          <a:xfrm>
            <a:off x="17994634" y="9779321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carried out">
            <a:extLst>
              <a:ext uri="{FF2B5EF4-FFF2-40B4-BE49-F238E27FC236}">
                <a16:creationId xmlns:a16="http://schemas.microsoft.com/office/drawing/2014/main" id="{349D65AA-9191-4F0F-9237-EC94D641120B}"/>
              </a:ext>
            </a:extLst>
          </p:cNvPr>
          <p:cNvSpPr>
            <a:spLocks noGrp="1"/>
          </p:cNvSpPr>
          <p:nvPr/>
        </p:nvSpPr>
        <p:spPr>
          <a:xfrm>
            <a:off x="17836522" y="9978391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carried out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B8779DC-480B-43C7-9D18-8259549B2B4C}"/>
              </a:ext>
            </a:extLst>
          </p:cNvPr>
          <p:cNvSpPr>
            <a:spLocks noGrp="1"/>
          </p:cNvSpPr>
          <p:nvPr/>
        </p:nvSpPr>
        <p:spPr>
          <a:xfrm>
            <a:off x="11520869" y="501968"/>
            <a:ext cx="762000" cy="2857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calibration">
            <a:extLst>
              <a:ext uri="{FF2B5EF4-FFF2-40B4-BE49-F238E27FC236}">
                <a16:creationId xmlns:a16="http://schemas.microsoft.com/office/drawing/2014/main" id="{9F542926-6A99-4E8F-92FD-C20311E1D389}"/>
              </a:ext>
            </a:extLst>
          </p:cNvPr>
          <p:cNvSpPr>
            <a:spLocks noGrp="1"/>
          </p:cNvSpPr>
          <p:nvPr/>
        </p:nvSpPr>
        <p:spPr>
          <a:xfrm>
            <a:off x="11464293" y="498550"/>
            <a:ext cx="87439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52" name="operation">
            <a:extLst>
              <a:ext uri="{FF2B5EF4-FFF2-40B4-BE49-F238E27FC236}">
                <a16:creationId xmlns:a16="http://schemas.microsoft.com/office/drawing/2014/main" id="{7ABBF64D-9131-48BD-AF3D-D7571E8E6D17}"/>
              </a:ext>
            </a:extLst>
          </p:cNvPr>
          <p:cNvSpPr>
            <a:spLocks noGrp="1"/>
          </p:cNvSpPr>
          <p:nvPr/>
        </p:nvSpPr>
        <p:spPr>
          <a:xfrm>
            <a:off x="11538588" y="626745"/>
            <a:ext cx="72580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A1C87E2-BE5F-44CE-BAB2-D6E7BBEA3E6E}"/>
              </a:ext>
            </a:extLst>
          </p:cNvPr>
          <p:cNvSpPr>
            <a:spLocks noGrp="1"/>
          </p:cNvSpPr>
          <p:nvPr/>
        </p:nvSpPr>
        <p:spPr>
          <a:xfrm>
            <a:off x="10678859" y="644845"/>
            <a:ext cx="842010" cy="95"/>
          </a:xfrm>
          <a:custGeom>
            <a:avLst/>
            <a:gdLst/>
            <a:ahLst/>
            <a:cxnLst/>
            <a:rect l="0" t="0" r="0" b="0"/>
            <a:pathLst>
              <a:path w="842010" h="95">
                <a:moveTo>
                  <a:pt x="0" y="0"/>
                </a:moveTo>
                <a:lnTo>
                  <a:pt x="84201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8959E67C-8040-4664-9586-878AEEC8049B}"/>
              </a:ext>
            </a:extLst>
          </p:cNvPr>
          <p:cNvSpPr>
            <a:spLocks noGrp="1"/>
          </p:cNvSpPr>
          <p:nvPr/>
        </p:nvSpPr>
        <p:spPr>
          <a:xfrm>
            <a:off x="10600280" y="592457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78581" y="52388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33B806CA-CA92-4327-AFD3-223C41E82A1B}"/>
              </a:ext>
            </a:extLst>
          </p:cNvPr>
          <p:cNvSpPr>
            <a:spLocks noGrp="1"/>
          </p:cNvSpPr>
          <p:nvPr/>
        </p:nvSpPr>
        <p:spPr>
          <a:xfrm>
            <a:off x="9996869" y="359093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has">
            <a:extLst>
              <a:ext uri="{FF2B5EF4-FFF2-40B4-BE49-F238E27FC236}">
                <a16:creationId xmlns:a16="http://schemas.microsoft.com/office/drawing/2014/main" id="{1E99B36E-44F7-4217-8706-2A50F2FDD235}"/>
              </a:ext>
            </a:extLst>
          </p:cNvPr>
          <p:cNvSpPr>
            <a:spLocks noGrp="1"/>
          </p:cNvSpPr>
          <p:nvPr/>
        </p:nvSpPr>
        <p:spPr>
          <a:xfrm>
            <a:off x="10142223" y="558165"/>
            <a:ext cx="28003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9D09ED4B-3DA1-492F-A9B0-A3E1450BD1BF}"/>
              </a:ext>
            </a:extLst>
          </p:cNvPr>
          <p:cNvSpPr>
            <a:spLocks noGrp="1"/>
          </p:cNvSpPr>
          <p:nvPr/>
        </p:nvSpPr>
        <p:spPr>
          <a:xfrm>
            <a:off x="5516881" y="5226371"/>
            <a:ext cx="857250" cy="647700"/>
          </a:xfrm>
          <a:custGeom>
            <a:avLst/>
            <a:gdLst/>
            <a:ahLst/>
            <a:cxnLst/>
            <a:rect l="0" t="0" r="0" b="0"/>
            <a:pathLst>
              <a:path w="857250" h="647700">
                <a:moveTo>
                  <a:pt x="857250" y="0"/>
                </a:moveTo>
                <a:lnTo>
                  <a:pt x="0" y="0"/>
                </a:lnTo>
                <a:lnTo>
                  <a:pt x="0" y="64770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C1BA3A6-862D-4BDA-A38B-2CB01441ABD3}"/>
              </a:ext>
            </a:extLst>
          </p:cNvPr>
          <p:cNvSpPr>
            <a:spLocks noGrp="1"/>
          </p:cNvSpPr>
          <p:nvPr/>
        </p:nvSpPr>
        <p:spPr>
          <a:xfrm>
            <a:off x="6374134" y="508349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consumable">
            <a:extLst>
              <a:ext uri="{FF2B5EF4-FFF2-40B4-BE49-F238E27FC236}">
                <a16:creationId xmlns:a16="http://schemas.microsoft.com/office/drawing/2014/main" id="{D0099F46-6C17-475D-B74E-B7E17C639B65}"/>
              </a:ext>
            </a:extLst>
          </p:cNvPr>
          <p:cNvSpPr>
            <a:spLocks noGrp="1"/>
          </p:cNvSpPr>
          <p:nvPr/>
        </p:nvSpPr>
        <p:spPr>
          <a:xfrm>
            <a:off x="6348416" y="5139691"/>
            <a:ext cx="8001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consumable</a:t>
            </a: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4E743A50-65AA-455C-A364-E1CE9324DA79}"/>
              </a:ext>
            </a:extLst>
          </p:cNvPr>
          <p:cNvSpPr>
            <a:spLocks noGrp="1"/>
          </p:cNvSpPr>
          <p:nvPr/>
        </p:nvSpPr>
        <p:spPr>
          <a:xfrm>
            <a:off x="4850134" y="6159819"/>
            <a:ext cx="381000" cy="95"/>
          </a:xfrm>
          <a:custGeom>
            <a:avLst/>
            <a:gdLst/>
            <a:ahLst/>
            <a:cxnLst/>
            <a:rect l="0" t="0" r="0" b="0"/>
            <a:pathLst>
              <a:path w="381000" h="95">
                <a:moveTo>
                  <a:pt x="381000" y="0"/>
                </a:moveTo>
                <a:lnTo>
                  <a:pt x="380339" y="0"/>
                </a:lnTo>
                <a:lnTo>
                  <a:pt x="378354" y="0"/>
                </a:lnTo>
                <a:lnTo>
                  <a:pt x="375047" y="0"/>
                </a:lnTo>
                <a:lnTo>
                  <a:pt x="370417" y="0"/>
                </a:lnTo>
                <a:lnTo>
                  <a:pt x="364464" y="0"/>
                </a:lnTo>
                <a:lnTo>
                  <a:pt x="357188" y="0"/>
                </a:lnTo>
                <a:lnTo>
                  <a:pt x="348589" y="0"/>
                </a:lnTo>
                <a:lnTo>
                  <a:pt x="338667" y="0"/>
                </a:lnTo>
                <a:lnTo>
                  <a:pt x="327422" y="0"/>
                </a:lnTo>
                <a:lnTo>
                  <a:pt x="314854" y="0"/>
                </a:lnTo>
                <a:lnTo>
                  <a:pt x="300964" y="0"/>
                </a:lnTo>
                <a:lnTo>
                  <a:pt x="285750" y="0"/>
                </a:lnTo>
                <a:lnTo>
                  <a:pt x="269214" y="0"/>
                </a:lnTo>
                <a:lnTo>
                  <a:pt x="251354" y="0"/>
                </a:lnTo>
                <a:lnTo>
                  <a:pt x="232172" y="0"/>
                </a:lnTo>
                <a:lnTo>
                  <a:pt x="211667" y="0"/>
                </a:lnTo>
                <a:lnTo>
                  <a:pt x="189839" y="0"/>
                </a:lnTo>
                <a:lnTo>
                  <a:pt x="166688" y="0"/>
                </a:lnTo>
                <a:lnTo>
                  <a:pt x="142214" y="0"/>
                </a:lnTo>
                <a:lnTo>
                  <a:pt x="116417" y="0"/>
                </a:lnTo>
                <a:lnTo>
                  <a:pt x="89297" y="0"/>
                </a:lnTo>
                <a:lnTo>
                  <a:pt x="60854" y="0"/>
                </a:lnTo>
                <a:lnTo>
                  <a:pt x="31089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7EA43243-950C-48D7-9BE6-AB947240D19C}"/>
              </a:ext>
            </a:extLst>
          </p:cNvPr>
          <p:cNvSpPr>
            <a:spLocks noGrp="1"/>
          </p:cNvSpPr>
          <p:nvPr/>
        </p:nvSpPr>
        <p:spPr>
          <a:xfrm>
            <a:off x="5516884" y="6445571"/>
            <a:ext cx="95" cy="295275"/>
          </a:xfrm>
          <a:custGeom>
            <a:avLst/>
            <a:gdLst/>
            <a:ahLst/>
            <a:cxnLst/>
            <a:rect l="0" t="0" r="0" b="0"/>
            <a:pathLst>
              <a:path w="95" h="295275">
                <a:moveTo>
                  <a:pt x="0" y="0"/>
                </a:moveTo>
                <a:lnTo>
                  <a:pt x="0" y="513"/>
                </a:lnTo>
                <a:lnTo>
                  <a:pt x="0" y="2051"/>
                </a:lnTo>
                <a:lnTo>
                  <a:pt x="0" y="4614"/>
                </a:lnTo>
                <a:lnTo>
                  <a:pt x="0" y="8202"/>
                </a:lnTo>
                <a:lnTo>
                  <a:pt x="0" y="12816"/>
                </a:lnTo>
                <a:lnTo>
                  <a:pt x="0" y="18455"/>
                </a:lnTo>
                <a:lnTo>
                  <a:pt x="0" y="25119"/>
                </a:lnTo>
                <a:lnTo>
                  <a:pt x="0" y="32808"/>
                </a:lnTo>
                <a:lnTo>
                  <a:pt x="0" y="41523"/>
                </a:lnTo>
                <a:lnTo>
                  <a:pt x="0" y="51263"/>
                </a:lnTo>
                <a:lnTo>
                  <a:pt x="0" y="62028"/>
                </a:lnTo>
                <a:lnTo>
                  <a:pt x="0" y="73819"/>
                </a:lnTo>
                <a:lnTo>
                  <a:pt x="0" y="86635"/>
                </a:lnTo>
                <a:lnTo>
                  <a:pt x="0" y="100476"/>
                </a:lnTo>
                <a:lnTo>
                  <a:pt x="0" y="115342"/>
                </a:lnTo>
                <a:lnTo>
                  <a:pt x="0" y="131233"/>
                </a:lnTo>
                <a:lnTo>
                  <a:pt x="0" y="148150"/>
                </a:lnTo>
                <a:lnTo>
                  <a:pt x="0" y="166092"/>
                </a:lnTo>
                <a:lnTo>
                  <a:pt x="0" y="185060"/>
                </a:lnTo>
                <a:lnTo>
                  <a:pt x="0" y="205052"/>
                </a:lnTo>
                <a:lnTo>
                  <a:pt x="0" y="226070"/>
                </a:lnTo>
                <a:lnTo>
                  <a:pt x="0" y="248113"/>
                </a:lnTo>
                <a:lnTo>
                  <a:pt x="0" y="271181"/>
                </a:lnTo>
                <a:lnTo>
                  <a:pt x="0" y="2952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FBB528BD-0849-4C60-9661-D3A415E1D3EB}"/>
              </a:ext>
            </a:extLst>
          </p:cNvPr>
          <p:cNvSpPr>
            <a:spLocks noGrp="1"/>
          </p:cNvSpPr>
          <p:nvPr/>
        </p:nvSpPr>
        <p:spPr>
          <a:xfrm>
            <a:off x="5231135" y="587407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upplies">
            <a:extLst>
              <a:ext uri="{FF2B5EF4-FFF2-40B4-BE49-F238E27FC236}">
                <a16:creationId xmlns:a16="http://schemas.microsoft.com/office/drawing/2014/main" id="{84312D5E-FF08-44DA-BF61-5F7A8358B31F}"/>
              </a:ext>
            </a:extLst>
          </p:cNvPr>
          <p:cNvSpPr>
            <a:spLocks noGrp="1"/>
          </p:cNvSpPr>
          <p:nvPr/>
        </p:nvSpPr>
        <p:spPr>
          <a:xfrm>
            <a:off x="5184459" y="6073142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7493E63-9C4A-4193-AA4E-1DAB5D71BEA0}"/>
              </a:ext>
            </a:extLst>
          </p:cNvPr>
          <p:cNvSpPr>
            <a:spLocks noGrp="1"/>
          </p:cNvSpPr>
          <p:nvPr/>
        </p:nvSpPr>
        <p:spPr>
          <a:xfrm>
            <a:off x="5135884" y="6740847"/>
            <a:ext cx="762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upplier">
            <a:extLst>
              <a:ext uri="{FF2B5EF4-FFF2-40B4-BE49-F238E27FC236}">
                <a16:creationId xmlns:a16="http://schemas.microsoft.com/office/drawing/2014/main" id="{C24BB9DB-643E-409C-9090-A7E387997FA1}"/>
              </a:ext>
            </a:extLst>
          </p:cNvPr>
          <p:cNvSpPr>
            <a:spLocks noGrp="1"/>
          </p:cNvSpPr>
          <p:nvPr/>
        </p:nvSpPr>
        <p:spPr>
          <a:xfrm>
            <a:off x="5184459" y="6797041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987D2FA-EB83-4171-9CCB-E8C5B6CC95DD}"/>
              </a:ext>
            </a:extLst>
          </p:cNvPr>
          <p:cNvSpPr>
            <a:spLocks noGrp="1"/>
          </p:cNvSpPr>
          <p:nvPr/>
        </p:nvSpPr>
        <p:spPr>
          <a:xfrm>
            <a:off x="4183381" y="6016947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unit price">
            <a:extLst>
              <a:ext uri="{FF2B5EF4-FFF2-40B4-BE49-F238E27FC236}">
                <a16:creationId xmlns:a16="http://schemas.microsoft.com/office/drawing/2014/main" id="{3805D933-D8AB-4AFC-A00B-3D8F823E200C}"/>
              </a:ext>
            </a:extLst>
          </p:cNvPr>
          <p:cNvSpPr>
            <a:spLocks noGrp="1"/>
          </p:cNvSpPr>
          <p:nvPr/>
        </p:nvSpPr>
        <p:spPr>
          <a:xfrm>
            <a:off x="4202912" y="6093146"/>
            <a:ext cx="614363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unit price</a:t>
            </a: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6A182FF9-2748-4868-8998-F80A9F8A13F3}"/>
              </a:ext>
            </a:extLst>
          </p:cNvPr>
          <p:cNvSpPr>
            <a:spLocks noGrp="1"/>
          </p:cNvSpPr>
          <p:nvPr/>
        </p:nvSpPr>
        <p:spPr>
          <a:xfrm>
            <a:off x="7136131" y="5226370"/>
            <a:ext cx="1143000" cy="95"/>
          </a:xfrm>
          <a:custGeom>
            <a:avLst/>
            <a:gdLst/>
            <a:ahLst/>
            <a:cxnLst/>
            <a:rect l="0" t="0" r="0" b="0"/>
            <a:pathLst>
              <a:path w="1143000" h="95">
                <a:moveTo>
                  <a:pt x="1143000" y="0"/>
                </a:moveTo>
                <a:lnTo>
                  <a:pt x="1141016" y="0"/>
                </a:lnTo>
                <a:lnTo>
                  <a:pt x="1135062" y="0"/>
                </a:lnTo>
                <a:lnTo>
                  <a:pt x="1125141" y="0"/>
                </a:lnTo>
                <a:lnTo>
                  <a:pt x="1111250" y="0"/>
                </a:lnTo>
                <a:lnTo>
                  <a:pt x="1093391" y="0"/>
                </a:lnTo>
                <a:lnTo>
                  <a:pt x="1071563" y="0"/>
                </a:lnTo>
                <a:lnTo>
                  <a:pt x="1045766" y="0"/>
                </a:lnTo>
                <a:lnTo>
                  <a:pt x="1016000" y="0"/>
                </a:lnTo>
                <a:lnTo>
                  <a:pt x="982266" y="0"/>
                </a:lnTo>
                <a:lnTo>
                  <a:pt x="944562" y="0"/>
                </a:lnTo>
                <a:lnTo>
                  <a:pt x="902891" y="0"/>
                </a:lnTo>
                <a:lnTo>
                  <a:pt x="857250" y="0"/>
                </a:lnTo>
                <a:lnTo>
                  <a:pt x="807641" y="0"/>
                </a:lnTo>
                <a:lnTo>
                  <a:pt x="754063" y="0"/>
                </a:lnTo>
                <a:lnTo>
                  <a:pt x="696516" y="0"/>
                </a:lnTo>
                <a:lnTo>
                  <a:pt x="635000" y="0"/>
                </a:lnTo>
                <a:lnTo>
                  <a:pt x="569516" y="0"/>
                </a:lnTo>
                <a:lnTo>
                  <a:pt x="500062" y="0"/>
                </a:lnTo>
                <a:lnTo>
                  <a:pt x="426641" y="0"/>
                </a:lnTo>
                <a:lnTo>
                  <a:pt x="349250" y="0"/>
                </a:lnTo>
                <a:lnTo>
                  <a:pt x="267891" y="0"/>
                </a:lnTo>
                <a:lnTo>
                  <a:pt x="182563" y="0"/>
                </a:lnTo>
                <a:lnTo>
                  <a:pt x="93266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8AFC59C4-32C2-4856-A746-F443D6CEDB39}"/>
              </a:ext>
            </a:extLst>
          </p:cNvPr>
          <p:cNvSpPr>
            <a:spLocks noGrp="1"/>
          </p:cNvSpPr>
          <p:nvPr/>
        </p:nvSpPr>
        <p:spPr>
          <a:xfrm>
            <a:off x="8564884" y="4511999"/>
            <a:ext cx="95" cy="428625"/>
          </a:xfrm>
          <a:custGeom>
            <a:avLst/>
            <a:gdLst/>
            <a:ahLst/>
            <a:cxnLst/>
            <a:rect l="0" t="0" r="0" b="0"/>
            <a:pathLst>
              <a:path w="95" h="428625">
                <a:moveTo>
                  <a:pt x="0" y="428625"/>
                </a:moveTo>
                <a:lnTo>
                  <a:pt x="0" y="427881"/>
                </a:lnTo>
                <a:lnTo>
                  <a:pt x="0" y="425648"/>
                </a:lnTo>
                <a:lnTo>
                  <a:pt x="0" y="421928"/>
                </a:lnTo>
                <a:lnTo>
                  <a:pt x="0" y="416719"/>
                </a:lnTo>
                <a:lnTo>
                  <a:pt x="0" y="410021"/>
                </a:lnTo>
                <a:lnTo>
                  <a:pt x="0" y="401836"/>
                </a:lnTo>
                <a:lnTo>
                  <a:pt x="0" y="392162"/>
                </a:lnTo>
                <a:lnTo>
                  <a:pt x="0" y="381000"/>
                </a:lnTo>
                <a:lnTo>
                  <a:pt x="0" y="368350"/>
                </a:lnTo>
                <a:lnTo>
                  <a:pt x="0" y="354211"/>
                </a:lnTo>
                <a:lnTo>
                  <a:pt x="0" y="338584"/>
                </a:lnTo>
                <a:lnTo>
                  <a:pt x="0" y="321469"/>
                </a:lnTo>
                <a:lnTo>
                  <a:pt x="0" y="302865"/>
                </a:lnTo>
                <a:lnTo>
                  <a:pt x="0" y="282773"/>
                </a:lnTo>
                <a:lnTo>
                  <a:pt x="0" y="261193"/>
                </a:lnTo>
                <a:lnTo>
                  <a:pt x="0" y="238125"/>
                </a:lnTo>
                <a:lnTo>
                  <a:pt x="0" y="213568"/>
                </a:lnTo>
                <a:lnTo>
                  <a:pt x="0" y="187523"/>
                </a:lnTo>
                <a:lnTo>
                  <a:pt x="0" y="159990"/>
                </a:lnTo>
                <a:lnTo>
                  <a:pt x="0" y="130969"/>
                </a:lnTo>
                <a:lnTo>
                  <a:pt x="0" y="100459"/>
                </a:lnTo>
                <a:lnTo>
                  <a:pt x="0" y="68461"/>
                </a:lnTo>
                <a:lnTo>
                  <a:pt x="0" y="3497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3851912-53F3-45A7-B94F-F35260CB3033}"/>
              </a:ext>
            </a:extLst>
          </p:cNvPr>
          <p:cNvSpPr>
            <a:spLocks noGrp="1"/>
          </p:cNvSpPr>
          <p:nvPr/>
        </p:nvSpPr>
        <p:spPr>
          <a:xfrm>
            <a:off x="8707763" y="4826322"/>
            <a:ext cx="238125" cy="257175"/>
          </a:xfrm>
          <a:custGeom>
            <a:avLst/>
            <a:gdLst/>
            <a:ahLst/>
            <a:cxnLst/>
            <a:rect l="0" t="0" r="0" b="0"/>
            <a:pathLst>
              <a:path w="238125" h="257175">
                <a:moveTo>
                  <a:pt x="0" y="257175"/>
                </a:moveTo>
                <a:lnTo>
                  <a:pt x="413" y="256729"/>
                </a:lnTo>
                <a:lnTo>
                  <a:pt x="1654" y="255389"/>
                </a:lnTo>
                <a:lnTo>
                  <a:pt x="3721" y="253157"/>
                </a:lnTo>
                <a:lnTo>
                  <a:pt x="6615" y="250031"/>
                </a:lnTo>
                <a:lnTo>
                  <a:pt x="10335" y="246013"/>
                </a:lnTo>
                <a:lnTo>
                  <a:pt x="14883" y="241102"/>
                </a:lnTo>
                <a:lnTo>
                  <a:pt x="20257" y="235297"/>
                </a:lnTo>
                <a:lnTo>
                  <a:pt x="26458" y="228600"/>
                </a:lnTo>
                <a:lnTo>
                  <a:pt x="33486" y="221010"/>
                </a:lnTo>
                <a:lnTo>
                  <a:pt x="41341" y="212527"/>
                </a:lnTo>
                <a:lnTo>
                  <a:pt x="50023" y="203150"/>
                </a:lnTo>
                <a:lnTo>
                  <a:pt x="59531" y="192881"/>
                </a:lnTo>
                <a:lnTo>
                  <a:pt x="69867" y="181719"/>
                </a:lnTo>
                <a:lnTo>
                  <a:pt x="81029" y="169664"/>
                </a:lnTo>
                <a:lnTo>
                  <a:pt x="93018" y="156716"/>
                </a:lnTo>
                <a:lnTo>
                  <a:pt x="105833" y="142875"/>
                </a:lnTo>
                <a:lnTo>
                  <a:pt x="119476" y="128141"/>
                </a:lnTo>
                <a:lnTo>
                  <a:pt x="133945" y="112514"/>
                </a:lnTo>
                <a:lnTo>
                  <a:pt x="149242" y="95994"/>
                </a:lnTo>
                <a:lnTo>
                  <a:pt x="165365" y="78581"/>
                </a:lnTo>
                <a:lnTo>
                  <a:pt x="182314" y="60275"/>
                </a:lnTo>
                <a:lnTo>
                  <a:pt x="200091" y="41077"/>
                </a:lnTo>
                <a:lnTo>
                  <a:pt x="218695" y="20985"/>
                </a:lnTo>
                <a:lnTo>
                  <a:pt x="238125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54A71745-302D-4439-96FF-EA25AAD1B6AB}"/>
              </a:ext>
            </a:extLst>
          </p:cNvPr>
          <p:cNvSpPr>
            <a:spLocks noGrp="1"/>
          </p:cNvSpPr>
          <p:nvPr/>
        </p:nvSpPr>
        <p:spPr>
          <a:xfrm>
            <a:off x="8183888" y="4826322"/>
            <a:ext cx="238125" cy="257175"/>
          </a:xfrm>
          <a:custGeom>
            <a:avLst/>
            <a:gdLst/>
            <a:ahLst/>
            <a:cxnLst/>
            <a:rect l="0" t="0" r="0" b="0"/>
            <a:pathLst>
              <a:path w="238125" h="257175">
                <a:moveTo>
                  <a:pt x="238125" y="257175"/>
                </a:moveTo>
                <a:lnTo>
                  <a:pt x="237712" y="256729"/>
                </a:lnTo>
                <a:lnTo>
                  <a:pt x="236471" y="255389"/>
                </a:lnTo>
                <a:lnTo>
                  <a:pt x="234404" y="253157"/>
                </a:lnTo>
                <a:lnTo>
                  <a:pt x="231510" y="250031"/>
                </a:lnTo>
                <a:lnTo>
                  <a:pt x="227790" y="246013"/>
                </a:lnTo>
                <a:lnTo>
                  <a:pt x="223242" y="241102"/>
                </a:lnTo>
                <a:lnTo>
                  <a:pt x="217868" y="235297"/>
                </a:lnTo>
                <a:lnTo>
                  <a:pt x="211667" y="228600"/>
                </a:lnTo>
                <a:lnTo>
                  <a:pt x="204639" y="221010"/>
                </a:lnTo>
                <a:lnTo>
                  <a:pt x="196784" y="212527"/>
                </a:lnTo>
                <a:lnTo>
                  <a:pt x="188102" y="203150"/>
                </a:lnTo>
                <a:lnTo>
                  <a:pt x="178594" y="192881"/>
                </a:lnTo>
                <a:lnTo>
                  <a:pt x="168258" y="181719"/>
                </a:lnTo>
                <a:lnTo>
                  <a:pt x="157096" y="169664"/>
                </a:lnTo>
                <a:lnTo>
                  <a:pt x="145107" y="156716"/>
                </a:lnTo>
                <a:lnTo>
                  <a:pt x="132292" y="142875"/>
                </a:lnTo>
                <a:lnTo>
                  <a:pt x="118649" y="128141"/>
                </a:lnTo>
                <a:lnTo>
                  <a:pt x="104180" y="112514"/>
                </a:lnTo>
                <a:lnTo>
                  <a:pt x="88883" y="95994"/>
                </a:lnTo>
                <a:lnTo>
                  <a:pt x="72760" y="78581"/>
                </a:lnTo>
                <a:lnTo>
                  <a:pt x="55811" y="60275"/>
                </a:lnTo>
                <a:lnTo>
                  <a:pt x="38034" y="41077"/>
                </a:lnTo>
                <a:lnTo>
                  <a:pt x="19430" y="20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86732F7B-D02E-4C70-BF37-0A3360273320}"/>
              </a:ext>
            </a:extLst>
          </p:cNvPr>
          <p:cNvSpPr>
            <a:spLocks noGrp="1"/>
          </p:cNvSpPr>
          <p:nvPr/>
        </p:nvSpPr>
        <p:spPr>
          <a:xfrm>
            <a:off x="8279134" y="4940622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tock">
            <a:extLst>
              <a:ext uri="{FF2B5EF4-FFF2-40B4-BE49-F238E27FC236}">
                <a16:creationId xmlns:a16="http://schemas.microsoft.com/office/drawing/2014/main" id="{41B63587-AB6F-4B21-AC49-1835F8D8DCD0}"/>
              </a:ext>
            </a:extLst>
          </p:cNvPr>
          <p:cNvSpPr>
            <a:spLocks noGrp="1"/>
          </p:cNvSpPr>
          <p:nvPr/>
        </p:nvSpPr>
        <p:spPr>
          <a:xfrm>
            <a:off x="8343908" y="5139691"/>
            <a:ext cx="42862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6382BD2F-1FB1-40EC-B412-36AAE3ABF91C}"/>
              </a:ext>
            </a:extLst>
          </p:cNvPr>
          <p:cNvSpPr>
            <a:spLocks noGrp="1"/>
          </p:cNvSpPr>
          <p:nvPr/>
        </p:nvSpPr>
        <p:spPr>
          <a:xfrm>
            <a:off x="7517131" y="4683447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available">
            <a:extLst>
              <a:ext uri="{FF2B5EF4-FFF2-40B4-BE49-F238E27FC236}">
                <a16:creationId xmlns:a16="http://schemas.microsoft.com/office/drawing/2014/main" id="{47DAE48A-BE9A-4B33-BD9B-3413E4D7B36A}"/>
              </a:ext>
            </a:extLst>
          </p:cNvPr>
          <p:cNvSpPr>
            <a:spLocks noGrp="1"/>
          </p:cNvSpPr>
          <p:nvPr/>
        </p:nvSpPr>
        <p:spPr>
          <a:xfrm>
            <a:off x="7564522" y="4708212"/>
            <a:ext cx="558641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available</a:t>
            </a:r>
          </a:p>
        </p:txBody>
      </p:sp>
      <p:sp>
        <p:nvSpPr>
          <p:cNvPr id="176" name="quantity">
            <a:extLst>
              <a:ext uri="{FF2B5EF4-FFF2-40B4-BE49-F238E27FC236}">
                <a16:creationId xmlns:a16="http://schemas.microsoft.com/office/drawing/2014/main" id="{B715D8BF-9C47-429B-B7BA-7DB5B21DE7AD}"/>
              </a:ext>
            </a:extLst>
          </p:cNvPr>
          <p:cNvSpPr>
            <a:spLocks noGrp="1"/>
          </p:cNvSpPr>
          <p:nvPr/>
        </p:nvSpPr>
        <p:spPr>
          <a:xfrm>
            <a:off x="7592381" y="4811082"/>
            <a:ext cx="502920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quantity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49D6A208-F7DD-4830-AF31-4FB549EB61E2}"/>
              </a:ext>
            </a:extLst>
          </p:cNvPr>
          <p:cNvSpPr>
            <a:spLocks noGrp="1"/>
          </p:cNvSpPr>
          <p:nvPr/>
        </p:nvSpPr>
        <p:spPr>
          <a:xfrm>
            <a:off x="8945881" y="4683447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torage">
            <a:extLst>
              <a:ext uri="{FF2B5EF4-FFF2-40B4-BE49-F238E27FC236}">
                <a16:creationId xmlns:a16="http://schemas.microsoft.com/office/drawing/2014/main" id="{0CB12C8D-65CB-4F9F-B422-CD40065D4319}"/>
              </a:ext>
            </a:extLst>
          </p:cNvPr>
          <p:cNvSpPr>
            <a:spLocks noGrp="1"/>
          </p:cNvSpPr>
          <p:nvPr/>
        </p:nvSpPr>
        <p:spPr>
          <a:xfrm>
            <a:off x="9048992" y="4708212"/>
            <a:ext cx="447199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storage</a:t>
            </a:r>
          </a:p>
        </p:txBody>
      </p:sp>
      <p:sp>
        <p:nvSpPr>
          <p:cNvPr id="179" name="condition">
            <a:extLst>
              <a:ext uri="{FF2B5EF4-FFF2-40B4-BE49-F238E27FC236}">
                <a16:creationId xmlns:a16="http://schemas.microsoft.com/office/drawing/2014/main" id="{9DD11DB9-576A-4E5F-9B6A-2435C1A30D48}"/>
              </a:ext>
            </a:extLst>
          </p:cNvPr>
          <p:cNvSpPr>
            <a:spLocks noGrp="1"/>
          </p:cNvSpPr>
          <p:nvPr/>
        </p:nvSpPr>
        <p:spPr>
          <a:xfrm>
            <a:off x="8993274" y="4811082"/>
            <a:ext cx="558641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condition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0DF29DC9-5D06-42F0-B3B4-09FC5B2E4192}"/>
              </a:ext>
            </a:extLst>
          </p:cNvPr>
          <p:cNvSpPr>
            <a:spLocks noGrp="1"/>
          </p:cNvSpPr>
          <p:nvPr/>
        </p:nvSpPr>
        <p:spPr>
          <a:xfrm>
            <a:off x="8231506" y="4226247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1" name="last re-stock">
            <a:extLst>
              <a:ext uri="{FF2B5EF4-FFF2-40B4-BE49-F238E27FC236}">
                <a16:creationId xmlns:a16="http://schemas.microsoft.com/office/drawing/2014/main" id="{5185AE89-F0B7-467D-BD0D-055DE766282F}"/>
              </a:ext>
            </a:extLst>
          </p:cNvPr>
          <p:cNvSpPr>
            <a:spLocks noGrp="1"/>
          </p:cNvSpPr>
          <p:nvPr/>
        </p:nvSpPr>
        <p:spPr>
          <a:xfrm>
            <a:off x="8167450" y="4251012"/>
            <a:ext cx="781526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last re-stock</a:t>
            </a:r>
          </a:p>
        </p:txBody>
      </p:sp>
      <p:sp>
        <p:nvSpPr>
          <p:cNvPr id="182" name="date">
            <a:extLst>
              <a:ext uri="{FF2B5EF4-FFF2-40B4-BE49-F238E27FC236}">
                <a16:creationId xmlns:a16="http://schemas.microsoft.com/office/drawing/2014/main" id="{4D27C7DB-D966-45C6-AF72-09BE149BEB9C}"/>
              </a:ext>
            </a:extLst>
          </p:cNvPr>
          <p:cNvSpPr>
            <a:spLocks noGrp="1"/>
          </p:cNvSpPr>
          <p:nvPr/>
        </p:nvSpPr>
        <p:spPr>
          <a:xfrm>
            <a:off x="8418199" y="4353880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date</a:t>
            </a: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64727A3D-54A3-40C5-B30E-782A1D909F9F}"/>
              </a:ext>
            </a:extLst>
          </p:cNvPr>
          <p:cNvSpPr>
            <a:spLocks noGrp="1"/>
          </p:cNvSpPr>
          <p:nvPr/>
        </p:nvSpPr>
        <p:spPr>
          <a:xfrm>
            <a:off x="7517135" y="5731197"/>
            <a:ext cx="95" cy="6947535"/>
          </a:xfrm>
          <a:custGeom>
            <a:avLst/>
            <a:gdLst/>
            <a:ahLst/>
            <a:cxnLst/>
            <a:rect l="0" t="0" r="0" b="0"/>
            <a:pathLst>
              <a:path w="95" h="6947535">
                <a:moveTo>
                  <a:pt x="0" y="694753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513B81DC-45C2-4502-A647-9FC63C78D205}"/>
              </a:ext>
            </a:extLst>
          </p:cNvPr>
          <p:cNvSpPr>
            <a:spLocks noGrp="1"/>
          </p:cNvSpPr>
          <p:nvPr/>
        </p:nvSpPr>
        <p:spPr>
          <a:xfrm>
            <a:off x="7464745" y="12652536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52388" y="26194"/>
                </a:lnTo>
                <a:lnTo>
                  <a:pt x="104775" y="0"/>
                </a:lnTo>
                <a:close/>
              </a:path>
            </a:pathLst>
          </a:cu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DDC86596-4B53-405E-BB34-4D3A035B701E}"/>
              </a:ext>
            </a:extLst>
          </p:cNvPr>
          <p:cNvSpPr>
            <a:spLocks noGrp="1"/>
          </p:cNvSpPr>
          <p:nvPr/>
        </p:nvSpPr>
        <p:spPr>
          <a:xfrm>
            <a:off x="7231381" y="12789218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monitored">
            <a:extLst>
              <a:ext uri="{FF2B5EF4-FFF2-40B4-BE49-F238E27FC236}">
                <a16:creationId xmlns:a16="http://schemas.microsoft.com/office/drawing/2014/main" id="{C9726397-7AD7-4628-A432-CB8BAC5C045D}"/>
              </a:ext>
            </a:extLst>
          </p:cNvPr>
          <p:cNvSpPr>
            <a:spLocks noGrp="1"/>
          </p:cNvSpPr>
          <p:nvPr/>
        </p:nvSpPr>
        <p:spPr>
          <a:xfrm>
            <a:off x="7203284" y="13001625"/>
            <a:ext cx="614363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monitored</a:t>
            </a:r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DE4AAA33-2E06-40AB-9F52-5312D2DA1246}"/>
              </a:ext>
            </a:extLst>
          </p:cNvPr>
          <p:cNvSpPr>
            <a:spLocks noGrp="1"/>
          </p:cNvSpPr>
          <p:nvPr/>
        </p:nvSpPr>
        <p:spPr>
          <a:xfrm>
            <a:off x="6564631" y="13074969"/>
            <a:ext cx="666750" cy="95"/>
          </a:xfrm>
          <a:custGeom>
            <a:avLst/>
            <a:gdLst/>
            <a:ahLst/>
            <a:cxnLst/>
            <a:rect l="0" t="0" r="0" b="0"/>
            <a:pathLst>
              <a:path w="666750" h="95">
                <a:moveTo>
                  <a:pt x="0" y="0"/>
                </a:moveTo>
                <a:lnTo>
                  <a:pt x="1158" y="0"/>
                </a:lnTo>
                <a:lnTo>
                  <a:pt x="4630" y="0"/>
                </a:lnTo>
                <a:lnTo>
                  <a:pt x="10418" y="0"/>
                </a:lnTo>
                <a:lnTo>
                  <a:pt x="18521" y="0"/>
                </a:lnTo>
                <a:lnTo>
                  <a:pt x="28939" y="0"/>
                </a:lnTo>
                <a:lnTo>
                  <a:pt x="41672" y="0"/>
                </a:lnTo>
                <a:lnTo>
                  <a:pt x="56720" y="0"/>
                </a:lnTo>
                <a:lnTo>
                  <a:pt x="74083" y="0"/>
                </a:lnTo>
                <a:lnTo>
                  <a:pt x="93762" y="0"/>
                </a:lnTo>
                <a:lnTo>
                  <a:pt x="115755" y="0"/>
                </a:lnTo>
                <a:lnTo>
                  <a:pt x="140064" y="0"/>
                </a:lnTo>
                <a:lnTo>
                  <a:pt x="166688" y="0"/>
                </a:lnTo>
                <a:lnTo>
                  <a:pt x="195626" y="0"/>
                </a:lnTo>
                <a:lnTo>
                  <a:pt x="226880" y="0"/>
                </a:lnTo>
                <a:lnTo>
                  <a:pt x="260449" y="0"/>
                </a:lnTo>
                <a:lnTo>
                  <a:pt x="296333" y="0"/>
                </a:lnTo>
                <a:lnTo>
                  <a:pt x="334533" y="0"/>
                </a:lnTo>
                <a:lnTo>
                  <a:pt x="375047" y="0"/>
                </a:lnTo>
                <a:lnTo>
                  <a:pt x="417876" y="0"/>
                </a:lnTo>
                <a:lnTo>
                  <a:pt x="463021" y="0"/>
                </a:lnTo>
                <a:lnTo>
                  <a:pt x="510480" y="0"/>
                </a:lnTo>
                <a:lnTo>
                  <a:pt x="560255" y="0"/>
                </a:lnTo>
                <a:lnTo>
                  <a:pt x="612345" y="0"/>
                </a:lnTo>
                <a:lnTo>
                  <a:pt x="66675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01C72E6B-03C9-4E7A-8BA4-1BA7B54F7CC2}"/>
              </a:ext>
            </a:extLst>
          </p:cNvPr>
          <p:cNvSpPr>
            <a:spLocks noGrp="1"/>
          </p:cNvSpPr>
          <p:nvPr/>
        </p:nvSpPr>
        <p:spPr>
          <a:xfrm>
            <a:off x="5897881" y="12932093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tart date">
            <a:extLst>
              <a:ext uri="{FF2B5EF4-FFF2-40B4-BE49-F238E27FC236}">
                <a16:creationId xmlns:a16="http://schemas.microsoft.com/office/drawing/2014/main" id="{A7B74F70-F542-4610-89AF-77D8AEE54172}"/>
              </a:ext>
            </a:extLst>
          </p:cNvPr>
          <p:cNvSpPr>
            <a:spLocks noGrp="1"/>
          </p:cNvSpPr>
          <p:nvPr/>
        </p:nvSpPr>
        <p:spPr>
          <a:xfrm>
            <a:off x="5917409" y="13008295"/>
            <a:ext cx="614363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start date</a:t>
            </a: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05D20030-2250-4B21-B23C-30EE2BBD33FD}"/>
              </a:ext>
            </a:extLst>
          </p:cNvPr>
          <p:cNvSpPr>
            <a:spLocks noGrp="1"/>
          </p:cNvSpPr>
          <p:nvPr/>
        </p:nvSpPr>
        <p:spPr>
          <a:xfrm>
            <a:off x="6755133" y="5369243"/>
            <a:ext cx="95" cy="1219200"/>
          </a:xfrm>
          <a:custGeom>
            <a:avLst/>
            <a:gdLst/>
            <a:ahLst/>
            <a:cxnLst/>
            <a:rect l="0" t="0" r="0" b="0"/>
            <a:pathLst>
              <a:path w="95" h="1219200">
                <a:moveTo>
                  <a:pt x="0" y="1219200"/>
                </a:moveTo>
                <a:lnTo>
                  <a:pt x="0" y="1217083"/>
                </a:lnTo>
                <a:lnTo>
                  <a:pt x="0" y="1210733"/>
                </a:lnTo>
                <a:lnTo>
                  <a:pt x="0" y="1200150"/>
                </a:lnTo>
                <a:lnTo>
                  <a:pt x="0" y="1185333"/>
                </a:lnTo>
                <a:lnTo>
                  <a:pt x="0" y="1166283"/>
                </a:lnTo>
                <a:lnTo>
                  <a:pt x="0" y="1143000"/>
                </a:lnTo>
                <a:lnTo>
                  <a:pt x="0" y="1115483"/>
                </a:lnTo>
                <a:lnTo>
                  <a:pt x="0" y="1083733"/>
                </a:lnTo>
                <a:lnTo>
                  <a:pt x="0" y="1047750"/>
                </a:lnTo>
                <a:lnTo>
                  <a:pt x="0" y="1007533"/>
                </a:lnTo>
                <a:lnTo>
                  <a:pt x="0" y="963083"/>
                </a:lnTo>
                <a:lnTo>
                  <a:pt x="0" y="914400"/>
                </a:lnTo>
                <a:lnTo>
                  <a:pt x="0" y="861483"/>
                </a:lnTo>
                <a:lnTo>
                  <a:pt x="0" y="804333"/>
                </a:lnTo>
                <a:lnTo>
                  <a:pt x="0" y="742950"/>
                </a:lnTo>
                <a:lnTo>
                  <a:pt x="0" y="677333"/>
                </a:lnTo>
                <a:lnTo>
                  <a:pt x="0" y="607483"/>
                </a:lnTo>
                <a:lnTo>
                  <a:pt x="0" y="533400"/>
                </a:lnTo>
                <a:lnTo>
                  <a:pt x="0" y="455083"/>
                </a:lnTo>
                <a:lnTo>
                  <a:pt x="0" y="372533"/>
                </a:lnTo>
                <a:lnTo>
                  <a:pt x="0" y="285750"/>
                </a:lnTo>
                <a:lnTo>
                  <a:pt x="0" y="194733"/>
                </a:lnTo>
                <a:lnTo>
                  <a:pt x="0" y="9948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B348D6B2-1371-49A4-B5CB-258952C37305}"/>
              </a:ext>
            </a:extLst>
          </p:cNvPr>
          <p:cNvSpPr>
            <a:spLocks noGrp="1"/>
          </p:cNvSpPr>
          <p:nvPr/>
        </p:nvSpPr>
        <p:spPr>
          <a:xfrm>
            <a:off x="6469385" y="6588447"/>
            <a:ext cx="571500" cy="571500"/>
          </a:xfrm>
          <a:custGeom>
            <a:avLst/>
            <a:gdLst/>
            <a:ahLst/>
            <a:cxnLst/>
            <a:rect l="0" t="0" r="0" b="0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consumed">
            <a:extLst>
              <a:ext uri="{FF2B5EF4-FFF2-40B4-BE49-F238E27FC236}">
                <a16:creationId xmlns:a16="http://schemas.microsoft.com/office/drawing/2014/main" id="{EDF526DF-3701-4C56-8E8E-AE11ABBD5CB3}"/>
              </a:ext>
            </a:extLst>
          </p:cNvPr>
          <p:cNvSpPr>
            <a:spLocks noGrp="1"/>
          </p:cNvSpPr>
          <p:nvPr/>
        </p:nvSpPr>
        <p:spPr>
          <a:xfrm>
            <a:off x="6422710" y="6787516"/>
            <a:ext cx="65151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consumed</a:t>
            </a:r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F7CA0F8E-11FA-4EED-A51C-A6BF3A4D329A}"/>
              </a:ext>
            </a:extLst>
          </p:cNvPr>
          <p:cNvSpPr>
            <a:spLocks noGrp="1"/>
          </p:cNvSpPr>
          <p:nvPr/>
        </p:nvSpPr>
        <p:spPr>
          <a:xfrm>
            <a:off x="6276501" y="7020023"/>
            <a:ext cx="338709" cy="353187"/>
          </a:xfrm>
          <a:custGeom>
            <a:avLst/>
            <a:gdLst/>
            <a:ahLst/>
            <a:cxnLst/>
            <a:rect l="0" t="0" r="0" b="0"/>
            <a:pathLst>
              <a:path w="338709" h="353187">
                <a:moveTo>
                  <a:pt x="0" y="353187"/>
                </a:moveTo>
                <a:lnTo>
                  <a:pt x="588" y="352574"/>
                </a:lnTo>
                <a:lnTo>
                  <a:pt x="2352" y="350734"/>
                </a:lnTo>
                <a:lnTo>
                  <a:pt x="5292" y="347668"/>
                </a:lnTo>
                <a:lnTo>
                  <a:pt x="9409" y="343376"/>
                </a:lnTo>
                <a:lnTo>
                  <a:pt x="14701" y="337858"/>
                </a:lnTo>
                <a:lnTo>
                  <a:pt x="21169" y="331113"/>
                </a:lnTo>
                <a:lnTo>
                  <a:pt x="28814" y="323142"/>
                </a:lnTo>
                <a:lnTo>
                  <a:pt x="37634" y="313944"/>
                </a:lnTo>
                <a:lnTo>
                  <a:pt x="47631" y="303520"/>
                </a:lnTo>
                <a:lnTo>
                  <a:pt x="58804" y="291870"/>
                </a:lnTo>
                <a:lnTo>
                  <a:pt x="71152" y="278993"/>
                </a:lnTo>
                <a:lnTo>
                  <a:pt x="84677" y="264890"/>
                </a:lnTo>
                <a:lnTo>
                  <a:pt x="99378" y="249561"/>
                </a:lnTo>
                <a:lnTo>
                  <a:pt x="115255" y="233005"/>
                </a:lnTo>
                <a:lnTo>
                  <a:pt x="132308" y="215223"/>
                </a:lnTo>
                <a:lnTo>
                  <a:pt x="150537" y="196215"/>
                </a:lnTo>
                <a:lnTo>
                  <a:pt x="169943" y="175980"/>
                </a:lnTo>
                <a:lnTo>
                  <a:pt x="190524" y="154519"/>
                </a:lnTo>
                <a:lnTo>
                  <a:pt x="212281" y="131832"/>
                </a:lnTo>
                <a:lnTo>
                  <a:pt x="235215" y="107918"/>
                </a:lnTo>
                <a:lnTo>
                  <a:pt x="259324" y="82778"/>
                </a:lnTo>
                <a:lnTo>
                  <a:pt x="284610" y="56412"/>
                </a:lnTo>
                <a:lnTo>
                  <a:pt x="311071" y="28819"/>
                </a:lnTo>
                <a:lnTo>
                  <a:pt x="338709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75EAA313-5329-4D71-9110-93F3A052808A}"/>
              </a:ext>
            </a:extLst>
          </p:cNvPr>
          <p:cNvSpPr>
            <a:spLocks noGrp="1"/>
          </p:cNvSpPr>
          <p:nvPr/>
        </p:nvSpPr>
        <p:spPr>
          <a:xfrm>
            <a:off x="5707382" y="73313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quantity used">
            <a:extLst>
              <a:ext uri="{FF2B5EF4-FFF2-40B4-BE49-F238E27FC236}">
                <a16:creationId xmlns:a16="http://schemas.microsoft.com/office/drawing/2014/main" id="{E6222BB7-9DD0-43BD-9676-B8F69D8F36CD}"/>
              </a:ext>
            </a:extLst>
          </p:cNvPr>
          <p:cNvSpPr>
            <a:spLocks noGrp="1"/>
          </p:cNvSpPr>
          <p:nvPr/>
        </p:nvSpPr>
        <p:spPr>
          <a:xfrm>
            <a:off x="5643325" y="7407596"/>
            <a:ext cx="781526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dirty="0"/>
              <a:t>quantity used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B7319C1F-2672-4C45-ABBF-D91E75550FF8}"/>
              </a:ext>
            </a:extLst>
          </p:cNvPr>
          <p:cNvSpPr>
            <a:spLocks noGrp="1"/>
          </p:cNvSpPr>
          <p:nvPr/>
        </p:nvSpPr>
        <p:spPr>
          <a:xfrm>
            <a:off x="12143233" y="7026596"/>
            <a:ext cx="666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ole">
            <a:extLst>
              <a:ext uri="{FF2B5EF4-FFF2-40B4-BE49-F238E27FC236}">
                <a16:creationId xmlns:a16="http://schemas.microsoft.com/office/drawing/2014/main" id="{96382499-AA23-4110-A4E2-D1D228E60B0D}"/>
              </a:ext>
            </a:extLst>
          </p:cNvPr>
          <p:cNvSpPr>
            <a:spLocks noGrp="1"/>
          </p:cNvSpPr>
          <p:nvPr/>
        </p:nvSpPr>
        <p:spPr>
          <a:xfrm>
            <a:off x="12332973" y="7102797"/>
            <a:ext cx="280035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u="sng"/>
              <a:t>role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1778F03-EEE1-530A-4647-09F0431F6D6B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10</a:t>
            </a:r>
          </a:p>
        </p:txBody>
      </p:sp>
    </p:spTree>
    <p:extLst>
      <p:ext uri="{BB962C8B-B14F-4D97-AF65-F5344CB8AC3E}">
        <p14:creationId xmlns:p14="http://schemas.microsoft.com/office/powerpoint/2010/main" val="206601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26B7-0B49-AAB6-47E8-DF3FC61C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202">
            <a:extLst>
              <a:ext uri="{FF2B5EF4-FFF2-40B4-BE49-F238E27FC236}">
                <a16:creationId xmlns:a16="http://schemas.microsoft.com/office/drawing/2014/main" id="{22D041CF-E3BC-A8F1-C739-7ADC2F2E8AE3}"/>
              </a:ext>
            </a:extLst>
          </p:cNvPr>
          <p:cNvSpPr txBox="1"/>
          <p:nvPr/>
        </p:nvSpPr>
        <p:spPr>
          <a:xfrm>
            <a:off x="449943" y="12758057"/>
            <a:ext cx="390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Step  11</a:t>
            </a:r>
          </a:p>
        </p:txBody>
      </p:sp>
      <p:pic>
        <p:nvPicPr>
          <p:cNvPr id="204" name="Picture 203">
            <a:extLst>
              <a:ext uri="{FF2B5EF4-FFF2-40B4-BE49-F238E27FC236}">
                <a16:creationId xmlns:a16="http://schemas.microsoft.com/office/drawing/2014/main" id="{5FF10413-5963-13A9-9FF8-E64D50774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745" y="0"/>
            <a:ext cx="14868525" cy="1349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18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392</Words>
  <Application>Microsoft Office PowerPoint</Application>
  <DocSecurity>0</DocSecurity>
  <PresentationFormat>Custom</PresentationFormat>
  <Paragraphs>358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reda maaytouch</cp:lastModifiedBy>
  <cp:revision>1</cp:revision>
  <dcterms:created xsi:type="dcterms:W3CDTF">2026-09-19T23:48:35Z</dcterms:created>
  <dcterms:modified xsi:type="dcterms:W3CDTF">2026-09-20T01:26:34Z</dcterms:modified>
</cp:coreProperties>
</file>